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3" r:id="rId5"/>
    <p:sldId id="259" r:id="rId6"/>
    <p:sldId id="260" r:id="rId7"/>
    <p:sldId id="262" r:id="rId8"/>
    <p:sldId id="264" r:id="rId9"/>
    <p:sldId id="265" r:id="rId10"/>
    <p:sldId id="266" r:id="rId11"/>
    <p:sldId id="267" r:id="rId12"/>
    <p:sldId id="273"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8" autoAdjust="0"/>
    <p:restoredTop sz="94660"/>
  </p:normalViewPr>
  <p:slideViewPr>
    <p:cSldViewPr snapToGrid="0">
      <p:cViewPr varScale="1">
        <p:scale>
          <a:sx n="94" d="100"/>
          <a:sy n="94" d="100"/>
        </p:scale>
        <p:origin x="86" y="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2A54C80-263E-416B-A8E0-580EDEADCBDC}"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490B59-C9A6-4514-B2F7-354AF181E689}"/>
              </a:ext>
            </a:extLst>
          </p:cNvPr>
          <p:cNvSpPr>
            <a:spLocks noGrp="1"/>
          </p:cNvSpPr>
          <p:nvPr>
            <p:ph type="ctrTitle"/>
          </p:nvPr>
        </p:nvSpPr>
        <p:spPr/>
        <p:txBody>
          <a:bodyPr/>
          <a:lstStyle/>
          <a:p>
            <a:r>
              <a:rPr lang="uz-Cyrl-UZ" dirty="0"/>
              <a:t>Мавзу</a:t>
            </a:r>
            <a:r>
              <a:rPr lang="en-US" dirty="0"/>
              <a:t>: </a:t>
            </a:r>
            <a:r>
              <a:rPr lang="ru-RU" sz="3200" dirty="0"/>
              <a:t>ПАССИВ ОПТИК КОМПОНЕНТЛАРНИ ЖОЙЛАШТИРИШ ПРИНЦИПИНИ ТАНЛАШ ВА АНИҚЛАШ</a:t>
            </a:r>
          </a:p>
        </p:txBody>
      </p:sp>
      <p:sp>
        <p:nvSpPr>
          <p:cNvPr id="3" name="Подзаголовок 2">
            <a:extLst>
              <a:ext uri="{FF2B5EF4-FFF2-40B4-BE49-F238E27FC236}">
                <a16:creationId xmlns:a16="http://schemas.microsoft.com/office/drawing/2014/main" id="{BBA762CD-3E93-40E0-AA0A-3FF0C11CECB7}"/>
              </a:ext>
            </a:extLst>
          </p:cNvPr>
          <p:cNvSpPr>
            <a:spLocks noGrp="1"/>
          </p:cNvSpPr>
          <p:nvPr>
            <p:ph type="subTitle" idx="1"/>
          </p:nvPr>
        </p:nvSpPr>
        <p:spPr/>
        <p:txBody>
          <a:bodyPr/>
          <a:lstStyle/>
          <a:p>
            <a:endParaRPr lang="ru-RU"/>
          </a:p>
        </p:txBody>
      </p:sp>
    </p:spTree>
    <p:extLst>
      <p:ext uri="{BB962C8B-B14F-4D97-AF65-F5344CB8AC3E}">
        <p14:creationId xmlns:p14="http://schemas.microsoft.com/office/powerpoint/2010/main" val="1876207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89D37D0-3C06-4417-B0FC-AD7A7FB49DEF}"/>
              </a:ext>
            </a:extLst>
          </p:cNvPr>
          <p:cNvSpPr>
            <a:spLocks noGrp="1"/>
          </p:cNvSpPr>
          <p:nvPr>
            <p:ph idx="1"/>
          </p:nvPr>
        </p:nvSpPr>
        <p:spPr>
          <a:xfrm>
            <a:off x="677334" y="220436"/>
            <a:ext cx="9340245" cy="5820927"/>
          </a:xfrm>
        </p:spPr>
        <p:txBody>
          <a:bodyPr>
            <a:normAutofit lnSpcReduction="10000"/>
          </a:bodyPr>
          <a:lstStyle/>
          <a:p>
            <a:r>
              <a:rPr lang="en-US" b="1" dirty="0"/>
              <a:t>ONT </a:t>
            </a:r>
            <a:r>
              <a:rPr lang="en-US" b="1" dirty="0" err="1"/>
              <a:t>ulanish</a:t>
            </a:r>
            <a:r>
              <a:rPr lang="en-US" b="1" dirty="0"/>
              <a:t> </a:t>
            </a:r>
            <a:r>
              <a:rPr lang="en-US" b="1" dirty="0" err="1"/>
              <a:t>komponentlari</a:t>
            </a:r>
            <a:r>
              <a:rPr lang="en-US" b="1" dirty="0"/>
              <a:t>, ODF </a:t>
            </a:r>
            <a:r>
              <a:rPr lang="en-US" b="1" dirty="0" err="1"/>
              <a:t>kross</a:t>
            </a:r>
            <a:r>
              <a:rPr lang="en-US" b="1" dirty="0"/>
              <a:t> </a:t>
            </a:r>
            <a:r>
              <a:rPr lang="en-US" b="1" dirty="0" err="1"/>
              <a:t>va</a:t>
            </a:r>
            <a:r>
              <a:rPr lang="en-US" b="1" dirty="0"/>
              <a:t> </a:t>
            </a:r>
            <a:r>
              <a:rPr lang="en-US" b="1" dirty="0" err="1"/>
              <a:t>optik</a:t>
            </a:r>
            <a:r>
              <a:rPr lang="en-US" b="1" dirty="0"/>
              <a:t> </a:t>
            </a:r>
            <a:r>
              <a:rPr lang="en-US" b="1" dirty="0" err="1"/>
              <a:t>taqsimlash</a:t>
            </a:r>
            <a:r>
              <a:rPr lang="en-US" b="1" dirty="0"/>
              <a:t> </a:t>
            </a:r>
            <a:r>
              <a:rPr lang="en-US" b="1" dirty="0" err="1"/>
              <a:t>tizimi</a:t>
            </a:r>
            <a:endParaRPr lang="en-US" b="1" dirty="0"/>
          </a:p>
          <a:p>
            <a:r>
              <a:rPr lang="en-US" dirty="0"/>
              <a:t>Bu </a:t>
            </a:r>
            <a:r>
              <a:rPr lang="en-US" dirty="0" err="1"/>
              <a:t>dars</a:t>
            </a:r>
            <a:r>
              <a:rPr lang="en-US" dirty="0"/>
              <a:t> PON </a:t>
            </a:r>
            <a:r>
              <a:rPr lang="en-US" dirty="0" err="1"/>
              <a:t>optik</a:t>
            </a:r>
            <a:r>
              <a:rPr lang="en-US" dirty="0"/>
              <a:t> </a:t>
            </a:r>
            <a:r>
              <a:rPr lang="en-US" dirty="0" err="1"/>
              <a:t>tarmog‘ida</a:t>
            </a:r>
            <a:r>
              <a:rPr lang="en-US" dirty="0"/>
              <a:t> </a:t>
            </a:r>
            <a:r>
              <a:rPr lang="en-US" b="1" dirty="0" err="1"/>
              <a:t>abonentlarni</a:t>
            </a:r>
            <a:r>
              <a:rPr lang="en-US" b="1" dirty="0"/>
              <a:t> </a:t>
            </a:r>
            <a:r>
              <a:rPr lang="en-US" b="1" dirty="0" err="1"/>
              <a:t>ulash</a:t>
            </a:r>
            <a:r>
              <a:rPr lang="en-US" b="1" dirty="0"/>
              <a:t> </a:t>
            </a:r>
            <a:r>
              <a:rPr lang="en-US" b="1" dirty="0" err="1"/>
              <a:t>uchun</a:t>
            </a:r>
            <a:r>
              <a:rPr lang="en-US" b="1" dirty="0"/>
              <a:t> </a:t>
            </a:r>
            <a:r>
              <a:rPr lang="en-US" b="1" dirty="0" err="1"/>
              <a:t>ishlatiladigan</a:t>
            </a:r>
            <a:r>
              <a:rPr lang="en-US" b="1" dirty="0"/>
              <a:t> </a:t>
            </a:r>
            <a:r>
              <a:rPr lang="en-US" b="1" dirty="0" err="1"/>
              <a:t>asosiy</a:t>
            </a:r>
            <a:r>
              <a:rPr lang="en-US" b="1" dirty="0"/>
              <a:t> </a:t>
            </a:r>
            <a:r>
              <a:rPr lang="en-US" b="1" dirty="0" err="1"/>
              <a:t>passiv</a:t>
            </a:r>
            <a:r>
              <a:rPr lang="en-US" b="1" dirty="0"/>
              <a:t> </a:t>
            </a:r>
            <a:r>
              <a:rPr lang="en-US" b="1" dirty="0" err="1"/>
              <a:t>qurilmalar</a:t>
            </a:r>
            <a:r>
              <a:rPr lang="en-US" dirty="0"/>
              <a:t> </a:t>
            </a:r>
            <a:r>
              <a:rPr lang="en-US" dirty="0" err="1"/>
              <a:t>haqida</a:t>
            </a:r>
            <a:r>
              <a:rPr lang="en-US" dirty="0"/>
              <a:t>. </a:t>
            </a:r>
            <a:r>
              <a:rPr lang="en-US" dirty="0" err="1"/>
              <a:t>Tarmoqda</a:t>
            </a:r>
            <a:r>
              <a:rPr lang="en-US" dirty="0"/>
              <a:t> </a:t>
            </a:r>
            <a:r>
              <a:rPr lang="en-US" dirty="0" err="1"/>
              <a:t>markaziy</a:t>
            </a:r>
            <a:r>
              <a:rPr lang="en-US" dirty="0"/>
              <a:t> </a:t>
            </a:r>
            <a:r>
              <a:rPr lang="en-US" dirty="0" err="1"/>
              <a:t>stansiyadan</a:t>
            </a:r>
            <a:r>
              <a:rPr lang="en-US" dirty="0"/>
              <a:t> </a:t>
            </a:r>
            <a:r>
              <a:rPr lang="en-US" dirty="0" err="1"/>
              <a:t>kelgan</a:t>
            </a:r>
            <a:r>
              <a:rPr lang="en-US" dirty="0"/>
              <a:t> </a:t>
            </a:r>
            <a:r>
              <a:rPr lang="en-US" dirty="0" err="1"/>
              <a:t>optik</a:t>
            </a:r>
            <a:r>
              <a:rPr lang="en-US" dirty="0"/>
              <a:t> </a:t>
            </a:r>
            <a:r>
              <a:rPr lang="en-US" dirty="0" err="1"/>
              <a:t>kabel</a:t>
            </a:r>
            <a:r>
              <a:rPr lang="en-US" dirty="0"/>
              <a:t> </a:t>
            </a:r>
            <a:r>
              <a:rPr lang="en-US" dirty="0" err="1"/>
              <a:t>avval</a:t>
            </a:r>
            <a:r>
              <a:rPr lang="en-US" dirty="0"/>
              <a:t> </a:t>
            </a:r>
            <a:r>
              <a:rPr lang="en-US" b="1" dirty="0" err="1"/>
              <a:t>optik</a:t>
            </a:r>
            <a:r>
              <a:rPr lang="en-US" b="1" dirty="0"/>
              <a:t> </a:t>
            </a:r>
            <a:r>
              <a:rPr lang="en-US" b="1" dirty="0" err="1"/>
              <a:t>krossga</a:t>
            </a:r>
            <a:r>
              <a:rPr lang="en-US" b="1" dirty="0"/>
              <a:t> (ODF)</a:t>
            </a:r>
            <a:r>
              <a:rPr lang="en-US" dirty="0"/>
              <a:t> </a:t>
            </a:r>
            <a:r>
              <a:rPr lang="en-US" dirty="0" err="1"/>
              <a:t>keladi</a:t>
            </a:r>
            <a:r>
              <a:rPr lang="en-US" dirty="0"/>
              <a:t>, </a:t>
            </a:r>
            <a:r>
              <a:rPr lang="en-US" dirty="0" err="1"/>
              <a:t>keyin</a:t>
            </a:r>
            <a:r>
              <a:rPr lang="en-US" dirty="0"/>
              <a:t> </a:t>
            </a:r>
            <a:r>
              <a:rPr lang="en-US" dirty="0" err="1"/>
              <a:t>esa</a:t>
            </a:r>
            <a:r>
              <a:rPr lang="en-US" dirty="0"/>
              <a:t> </a:t>
            </a:r>
            <a:r>
              <a:rPr lang="en-US" b="1" dirty="0" err="1"/>
              <a:t>optik</a:t>
            </a:r>
            <a:r>
              <a:rPr lang="en-US" b="1" dirty="0"/>
              <a:t> </a:t>
            </a:r>
            <a:r>
              <a:rPr lang="en-US" b="1" dirty="0" err="1"/>
              <a:t>splitterlar</a:t>
            </a:r>
            <a:r>
              <a:rPr lang="en-US" b="1" dirty="0"/>
              <a:t> </a:t>
            </a:r>
            <a:r>
              <a:rPr lang="en-US" b="1" dirty="0" err="1"/>
              <a:t>orqali</a:t>
            </a:r>
            <a:r>
              <a:rPr lang="en-US" b="1" dirty="0"/>
              <a:t> </a:t>
            </a:r>
            <a:r>
              <a:rPr lang="en-US" b="1" dirty="0" err="1"/>
              <a:t>taqsimlanadi</a:t>
            </a:r>
            <a:r>
              <a:rPr lang="en-US" dirty="0"/>
              <a:t> </a:t>
            </a:r>
            <a:r>
              <a:rPr lang="en-US" dirty="0" err="1"/>
              <a:t>va</a:t>
            </a:r>
            <a:r>
              <a:rPr lang="en-US" dirty="0"/>
              <a:t> </a:t>
            </a:r>
            <a:r>
              <a:rPr lang="en-US" dirty="0" err="1"/>
              <a:t>oxirida</a:t>
            </a:r>
            <a:r>
              <a:rPr lang="en-US" dirty="0"/>
              <a:t> </a:t>
            </a:r>
            <a:r>
              <a:rPr lang="en-US" b="1" dirty="0"/>
              <a:t>ONT </a:t>
            </a:r>
            <a:r>
              <a:rPr lang="en-US" b="1" dirty="0" err="1"/>
              <a:t>qurilmaga</a:t>
            </a:r>
            <a:r>
              <a:rPr lang="en-US" dirty="0"/>
              <a:t> </a:t>
            </a:r>
            <a:r>
              <a:rPr lang="en-US" dirty="0" err="1"/>
              <a:t>yetib</a:t>
            </a:r>
            <a:r>
              <a:rPr lang="en-US" dirty="0"/>
              <a:t> </a:t>
            </a:r>
            <a:r>
              <a:rPr lang="en-US" dirty="0" err="1"/>
              <a:t>boradi</a:t>
            </a:r>
            <a:r>
              <a:rPr lang="en-US" dirty="0"/>
              <a:t>. Shu </a:t>
            </a:r>
            <a:r>
              <a:rPr lang="en-US" dirty="0" err="1"/>
              <a:t>sababli</a:t>
            </a:r>
            <a:r>
              <a:rPr lang="en-US" dirty="0"/>
              <a:t> ODF </a:t>
            </a:r>
            <a:r>
              <a:rPr lang="en-US" dirty="0" err="1"/>
              <a:t>va</a:t>
            </a:r>
            <a:r>
              <a:rPr lang="en-US" dirty="0"/>
              <a:t> </a:t>
            </a:r>
            <a:r>
              <a:rPr lang="en-US" dirty="0" err="1"/>
              <a:t>optik</a:t>
            </a:r>
            <a:r>
              <a:rPr lang="en-US" dirty="0"/>
              <a:t> </a:t>
            </a:r>
            <a:r>
              <a:rPr lang="en-US" dirty="0" err="1"/>
              <a:t>taqsimlash</a:t>
            </a:r>
            <a:r>
              <a:rPr lang="en-US" dirty="0"/>
              <a:t> </a:t>
            </a:r>
            <a:r>
              <a:rPr lang="en-US" dirty="0" err="1"/>
              <a:t>qurilmalari</a:t>
            </a:r>
            <a:r>
              <a:rPr lang="en-US" dirty="0"/>
              <a:t> </a:t>
            </a:r>
            <a:r>
              <a:rPr lang="en-US" dirty="0" err="1"/>
              <a:t>tarmoqning</a:t>
            </a:r>
            <a:r>
              <a:rPr lang="en-US" dirty="0"/>
              <a:t> </a:t>
            </a:r>
            <a:r>
              <a:rPr lang="en-US" dirty="0" err="1"/>
              <a:t>eng</a:t>
            </a:r>
            <a:r>
              <a:rPr lang="en-US" dirty="0"/>
              <a:t> </a:t>
            </a:r>
            <a:r>
              <a:rPr lang="en-US" dirty="0" err="1"/>
              <a:t>muhim</a:t>
            </a:r>
            <a:r>
              <a:rPr lang="en-US" dirty="0"/>
              <a:t> </a:t>
            </a:r>
            <a:r>
              <a:rPr lang="en-US" dirty="0" err="1"/>
              <a:t>boshqaruv</a:t>
            </a:r>
            <a:r>
              <a:rPr lang="en-US" dirty="0"/>
              <a:t> </a:t>
            </a:r>
            <a:r>
              <a:rPr lang="en-US" dirty="0" err="1"/>
              <a:t>nuqtasi</a:t>
            </a:r>
            <a:r>
              <a:rPr lang="en-US" dirty="0"/>
              <a:t> </a:t>
            </a:r>
            <a:r>
              <a:rPr lang="en-US" dirty="0" err="1"/>
              <a:t>hisoblanadi</a:t>
            </a:r>
            <a:r>
              <a:rPr lang="en-US" dirty="0"/>
              <a:t>. ODF (Optical Distribution Frame) – </a:t>
            </a:r>
            <a:r>
              <a:rPr lang="en-US" dirty="0" err="1"/>
              <a:t>bu</a:t>
            </a:r>
            <a:r>
              <a:rPr lang="en-US" dirty="0"/>
              <a:t> </a:t>
            </a:r>
            <a:r>
              <a:rPr lang="en-US" dirty="0" err="1"/>
              <a:t>optik</a:t>
            </a:r>
            <a:r>
              <a:rPr lang="en-US" dirty="0"/>
              <a:t> </a:t>
            </a:r>
            <a:r>
              <a:rPr lang="en-US" dirty="0" err="1"/>
              <a:t>kabellarni</a:t>
            </a:r>
            <a:r>
              <a:rPr lang="en-US" dirty="0"/>
              <a:t> </a:t>
            </a:r>
            <a:r>
              <a:rPr lang="en-US" dirty="0" err="1"/>
              <a:t>ulash</a:t>
            </a:r>
            <a:r>
              <a:rPr lang="en-US" dirty="0"/>
              <a:t>, </a:t>
            </a:r>
            <a:r>
              <a:rPr lang="en-US" dirty="0" err="1"/>
              <a:t>tartibga</a:t>
            </a:r>
            <a:r>
              <a:rPr lang="en-US" dirty="0"/>
              <a:t> </a:t>
            </a:r>
            <a:r>
              <a:rPr lang="en-US" dirty="0" err="1"/>
              <a:t>solish</a:t>
            </a:r>
            <a:r>
              <a:rPr lang="en-US" dirty="0"/>
              <a:t> </a:t>
            </a:r>
            <a:r>
              <a:rPr lang="en-US" dirty="0" err="1"/>
              <a:t>va</a:t>
            </a:r>
            <a:r>
              <a:rPr lang="en-US" dirty="0"/>
              <a:t> </a:t>
            </a:r>
            <a:r>
              <a:rPr lang="en-US" dirty="0" err="1"/>
              <a:t>kommutatsiya</a:t>
            </a:r>
            <a:r>
              <a:rPr lang="en-US" dirty="0"/>
              <a:t> </a:t>
            </a:r>
            <a:r>
              <a:rPr lang="en-US" dirty="0" err="1"/>
              <a:t>qilish</a:t>
            </a:r>
            <a:r>
              <a:rPr lang="en-US" dirty="0"/>
              <a:t> </a:t>
            </a:r>
            <a:r>
              <a:rPr lang="en-US" dirty="0" err="1"/>
              <a:t>uchun</a:t>
            </a:r>
            <a:r>
              <a:rPr lang="en-US" dirty="0"/>
              <a:t> </a:t>
            </a:r>
            <a:r>
              <a:rPr lang="en-US" dirty="0" err="1"/>
              <a:t>ishlatiladigan</a:t>
            </a:r>
            <a:r>
              <a:rPr lang="en-US" dirty="0"/>
              <a:t> </a:t>
            </a:r>
            <a:r>
              <a:rPr lang="en-US" dirty="0" err="1"/>
              <a:t>maxsus</a:t>
            </a:r>
            <a:r>
              <a:rPr lang="en-US" dirty="0"/>
              <a:t> panel </a:t>
            </a:r>
            <a:r>
              <a:rPr lang="en-US" dirty="0" err="1"/>
              <a:t>yoki</a:t>
            </a:r>
            <a:r>
              <a:rPr lang="en-US" dirty="0"/>
              <a:t> </a:t>
            </a:r>
            <a:r>
              <a:rPr lang="en-US" dirty="0" err="1"/>
              <a:t>shkaf</a:t>
            </a:r>
            <a:r>
              <a:rPr lang="en-US" dirty="0"/>
              <a:t> </a:t>
            </a:r>
            <a:r>
              <a:rPr lang="en-US" dirty="0" err="1"/>
              <a:t>bo‘lib</a:t>
            </a:r>
            <a:r>
              <a:rPr lang="en-US" dirty="0"/>
              <a:t>, u </a:t>
            </a:r>
            <a:r>
              <a:rPr lang="en-US" dirty="0" err="1"/>
              <a:t>markaziy</a:t>
            </a:r>
            <a:r>
              <a:rPr lang="en-US" dirty="0"/>
              <a:t> </a:t>
            </a:r>
            <a:r>
              <a:rPr lang="en-US" dirty="0" err="1"/>
              <a:t>stansiya</a:t>
            </a:r>
            <a:r>
              <a:rPr lang="en-US" dirty="0"/>
              <a:t> </a:t>
            </a:r>
            <a:r>
              <a:rPr lang="en-US" dirty="0" err="1"/>
              <a:t>yoki</a:t>
            </a:r>
            <a:r>
              <a:rPr lang="en-US" dirty="0"/>
              <a:t> </a:t>
            </a:r>
            <a:r>
              <a:rPr lang="en-US" dirty="0" err="1"/>
              <a:t>uzel</a:t>
            </a:r>
            <a:r>
              <a:rPr lang="en-US" dirty="0"/>
              <a:t> </a:t>
            </a:r>
            <a:r>
              <a:rPr lang="en-US" dirty="0" err="1"/>
              <a:t>binosida</a:t>
            </a:r>
            <a:r>
              <a:rPr lang="en-US" dirty="0"/>
              <a:t> </a:t>
            </a:r>
            <a:r>
              <a:rPr lang="en-US" dirty="0" err="1"/>
              <a:t>o‘rnatiladi</a:t>
            </a:r>
            <a:r>
              <a:rPr lang="en-US" dirty="0"/>
              <a:t>. ODF </a:t>
            </a:r>
            <a:r>
              <a:rPr lang="en-US" dirty="0" err="1"/>
              <a:t>ning</a:t>
            </a:r>
            <a:r>
              <a:rPr lang="en-US" dirty="0"/>
              <a:t> </a:t>
            </a:r>
            <a:r>
              <a:rPr lang="en-US" dirty="0" err="1"/>
              <a:t>asosiy</a:t>
            </a:r>
            <a:r>
              <a:rPr lang="en-US" dirty="0"/>
              <a:t> </a:t>
            </a:r>
            <a:r>
              <a:rPr lang="en-US" dirty="0" err="1"/>
              <a:t>vazifasi</a:t>
            </a:r>
            <a:r>
              <a:rPr lang="en-US" dirty="0"/>
              <a:t> magistral </a:t>
            </a:r>
            <a:r>
              <a:rPr lang="en-US" dirty="0" err="1"/>
              <a:t>optik</a:t>
            </a:r>
            <a:r>
              <a:rPr lang="en-US" dirty="0"/>
              <a:t> </a:t>
            </a:r>
            <a:r>
              <a:rPr lang="en-US" dirty="0" err="1"/>
              <a:t>kabel</a:t>
            </a:r>
            <a:r>
              <a:rPr lang="en-US" dirty="0"/>
              <a:t> </a:t>
            </a:r>
            <a:r>
              <a:rPr lang="en-US" dirty="0" err="1"/>
              <a:t>tolalarini</a:t>
            </a:r>
            <a:r>
              <a:rPr lang="en-US" dirty="0"/>
              <a:t> </a:t>
            </a:r>
            <a:r>
              <a:rPr lang="en-US" dirty="0" err="1"/>
              <a:t>aktiv</a:t>
            </a:r>
            <a:r>
              <a:rPr lang="en-US" dirty="0"/>
              <a:t> </a:t>
            </a:r>
            <a:r>
              <a:rPr lang="en-US" dirty="0" err="1"/>
              <a:t>qurilmalar</a:t>
            </a:r>
            <a:r>
              <a:rPr lang="en-US" dirty="0"/>
              <a:t> </a:t>
            </a:r>
            <a:r>
              <a:rPr lang="en-US" dirty="0" err="1"/>
              <a:t>portlariga</a:t>
            </a:r>
            <a:r>
              <a:rPr lang="en-US" dirty="0"/>
              <a:t> </a:t>
            </a:r>
            <a:r>
              <a:rPr lang="en-US" dirty="0" err="1"/>
              <a:t>ulash</a:t>
            </a:r>
            <a:r>
              <a:rPr lang="en-US" dirty="0"/>
              <a:t>, </a:t>
            </a:r>
            <a:r>
              <a:rPr lang="en-US" dirty="0" err="1"/>
              <a:t>kabellarni</a:t>
            </a:r>
            <a:r>
              <a:rPr lang="en-US" dirty="0"/>
              <a:t> </a:t>
            </a:r>
            <a:r>
              <a:rPr lang="en-US" dirty="0" err="1"/>
              <a:t>tartibli</a:t>
            </a:r>
            <a:r>
              <a:rPr lang="en-US" dirty="0"/>
              <a:t> </a:t>
            </a:r>
            <a:r>
              <a:rPr lang="en-US" dirty="0" err="1"/>
              <a:t>joylashtirish</a:t>
            </a:r>
            <a:r>
              <a:rPr lang="en-US" dirty="0"/>
              <a:t> </a:t>
            </a:r>
            <a:r>
              <a:rPr lang="en-US" dirty="0" err="1"/>
              <a:t>va</a:t>
            </a:r>
            <a:r>
              <a:rPr lang="en-US" dirty="0"/>
              <a:t> </a:t>
            </a:r>
            <a:r>
              <a:rPr lang="en-US" dirty="0" err="1"/>
              <a:t>texnik</a:t>
            </a:r>
            <a:r>
              <a:rPr lang="en-US" dirty="0"/>
              <a:t> </a:t>
            </a:r>
            <a:r>
              <a:rPr lang="en-US" dirty="0" err="1"/>
              <a:t>xizmat</a:t>
            </a:r>
            <a:r>
              <a:rPr lang="en-US" dirty="0"/>
              <a:t> </a:t>
            </a:r>
            <a:r>
              <a:rPr lang="en-US" dirty="0" err="1"/>
              <a:t>ko‘rsatishni</a:t>
            </a:r>
            <a:r>
              <a:rPr lang="en-US" dirty="0"/>
              <a:t> </a:t>
            </a:r>
            <a:r>
              <a:rPr lang="en-US" dirty="0" err="1"/>
              <a:t>qulay</a:t>
            </a:r>
            <a:r>
              <a:rPr lang="en-US" dirty="0"/>
              <a:t> </a:t>
            </a:r>
            <a:r>
              <a:rPr lang="en-US" dirty="0" err="1"/>
              <a:t>qilishdan</a:t>
            </a:r>
            <a:r>
              <a:rPr lang="en-US" dirty="0"/>
              <a:t> </a:t>
            </a:r>
            <a:r>
              <a:rPr lang="en-US" dirty="0" err="1"/>
              <a:t>iborat</a:t>
            </a:r>
            <a:r>
              <a:rPr lang="en-US" dirty="0"/>
              <a:t>. ODF da </a:t>
            </a:r>
            <a:r>
              <a:rPr lang="en-US" dirty="0" err="1"/>
              <a:t>optik</a:t>
            </a:r>
            <a:r>
              <a:rPr lang="en-US" dirty="0"/>
              <a:t> </a:t>
            </a:r>
            <a:r>
              <a:rPr lang="en-US" dirty="0" err="1"/>
              <a:t>kabellarning</a:t>
            </a:r>
            <a:r>
              <a:rPr lang="en-US" dirty="0"/>
              <a:t> </a:t>
            </a:r>
            <a:r>
              <a:rPr lang="en-US" dirty="0" err="1"/>
              <a:t>barcha</a:t>
            </a:r>
            <a:r>
              <a:rPr lang="en-US" dirty="0"/>
              <a:t> </a:t>
            </a:r>
            <a:r>
              <a:rPr lang="en-US" dirty="0" err="1"/>
              <a:t>tolalari</a:t>
            </a:r>
            <a:r>
              <a:rPr lang="en-US" dirty="0"/>
              <a:t> </a:t>
            </a:r>
            <a:r>
              <a:rPr lang="en-US" dirty="0" err="1"/>
              <a:t>kiritiladi</a:t>
            </a:r>
            <a:r>
              <a:rPr lang="en-US" dirty="0"/>
              <a:t> </a:t>
            </a:r>
            <a:r>
              <a:rPr lang="en-US" dirty="0" err="1"/>
              <a:t>va</a:t>
            </a:r>
            <a:r>
              <a:rPr lang="en-US" dirty="0"/>
              <a:t> </a:t>
            </a:r>
            <a:r>
              <a:rPr lang="en-US" dirty="0" err="1"/>
              <a:t>ular</a:t>
            </a:r>
            <a:r>
              <a:rPr lang="en-US" dirty="0"/>
              <a:t> </a:t>
            </a:r>
            <a:r>
              <a:rPr lang="en-US" dirty="0" err="1"/>
              <a:t>optik</a:t>
            </a:r>
            <a:r>
              <a:rPr lang="en-US" dirty="0"/>
              <a:t> patch-panel </a:t>
            </a:r>
            <a:r>
              <a:rPr lang="en-US" dirty="0" err="1"/>
              <a:t>orqali</a:t>
            </a:r>
            <a:r>
              <a:rPr lang="en-US" dirty="0"/>
              <a:t> </a:t>
            </a:r>
            <a:r>
              <a:rPr lang="en-US" dirty="0" err="1"/>
              <a:t>aktiv</a:t>
            </a:r>
            <a:r>
              <a:rPr lang="en-US" dirty="0"/>
              <a:t> </a:t>
            </a:r>
            <a:r>
              <a:rPr lang="en-US" dirty="0" err="1"/>
              <a:t>qurilmalarga</a:t>
            </a:r>
            <a:r>
              <a:rPr lang="en-US" dirty="0"/>
              <a:t> </a:t>
            </a:r>
            <a:r>
              <a:rPr lang="en-US" dirty="0" err="1"/>
              <a:t>ulanadi</a:t>
            </a:r>
            <a:r>
              <a:rPr lang="en-US" dirty="0"/>
              <a:t>. Har </a:t>
            </a:r>
            <a:r>
              <a:rPr lang="en-US" dirty="0" err="1"/>
              <a:t>bir</a:t>
            </a:r>
            <a:r>
              <a:rPr lang="en-US" dirty="0"/>
              <a:t> </a:t>
            </a:r>
            <a:r>
              <a:rPr lang="en-US" dirty="0" err="1"/>
              <a:t>optik</a:t>
            </a:r>
            <a:r>
              <a:rPr lang="en-US" dirty="0"/>
              <a:t> </a:t>
            </a:r>
            <a:r>
              <a:rPr lang="en-US" dirty="0" err="1"/>
              <a:t>tolaga</a:t>
            </a:r>
            <a:r>
              <a:rPr lang="en-US" dirty="0"/>
              <a:t> </a:t>
            </a:r>
            <a:r>
              <a:rPr lang="en-US" dirty="0" err="1"/>
              <a:t>odatda</a:t>
            </a:r>
            <a:r>
              <a:rPr lang="en-US" dirty="0"/>
              <a:t> </a:t>
            </a:r>
            <a:r>
              <a:rPr lang="en-US" dirty="0" err="1"/>
              <a:t>konnektor</a:t>
            </a:r>
            <a:r>
              <a:rPr lang="en-US" dirty="0"/>
              <a:t> </a:t>
            </a:r>
            <a:r>
              <a:rPr lang="en-US" dirty="0" err="1"/>
              <a:t>o‘rnatiladi</a:t>
            </a:r>
            <a:r>
              <a:rPr lang="en-US" dirty="0"/>
              <a:t> </a:t>
            </a:r>
            <a:r>
              <a:rPr lang="en-US" dirty="0" err="1"/>
              <a:t>va</a:t>
            </a:r>
            <a:r>
              <a:rPr lang="en-US" dirty="0"/>
              <a:t> u patch-</a:t>
            </a:r>
            <a:r>
              <a:rPr lang="en-US" dirty="0" err="1"/>
              <a:t>shnur</a:t>
            </a:r>
            <a:r>
              <a:rPr lang="en-US" dirty="0"/>
              <a:t> </a:t>
            </a:r>
            <a:r>
              <a:rPr lang="en-US" dirty="0" err="1"/>
              <a:t>orqali</a:t>
            </a:r>
            <a:r>
              <a:rPr lang="en-US" dirty="0"/>
              <a:t> </a:t>
            </a:r>
            <a:r>
              <a:rPr lang="en-US" dirty="0" err="1"/>
              <a:t>aktiv</a:t>
            </a:r>
            <a:r>
              <a:rPr lang="en-US" dirty="0"/>
              <a:t> </a:t>
            </a:r>
            <a:r>
              <a:rPr lang="en-US" dirty="0" err="1"/>
              <a:t>portga</a:t>
            </a:r>
            <a:r>
              <a:rPr lang="en-US" dirty="0"/>
              <a:t> </a:t>
            </a:r>
            <a:r>
              <a:rPr lang="en-US" dirty="0" err="1"/>
              <a:t>ulanadi</a:t>
            </a:r>
            <a:r>
              <a:rPr lang="en-US" dirty="0"/>
              <a:t>. </a:t>
            </a:r>
            <a:r>
              <a:rPr lang="en-US" dirty="0" err="1"/>
              <a:t>Bitta</a:t>
            </a:r>
            <a:r>
              <a:rPr lang="en-US" dirty="0"/>
              <a:t> ODF </a:t>
            </a:r>
            <a:r>
              <a:rPr lang="en-US" dirty="0" err="1"/>
              <a:t>paneli</a:t>
            </a:r>
            <a:r>
              <a:rPr lang="en-US" dirty="0"/>
              <a:t> </a:t>
            </a:r>
            <a:r>
              <a:rPr lang="en-US" dirty="0" err="1"/>
              <a:t>yuzlab</a:t>
            </a:r>
            <a:r>
              <a:rPr lang="en-US" dirty="0"/>
              <a:t> </a:t>
            </a:r>
            <a:r>
              <a:rPr lang="en-US" dirty="0" err="1"/>
              <a:t>tolalarni</a:t>
            </a:r>
            <a:r>
              <a:rPr lang="en-US" dirty="0"/>
              <a:t> </a:t>
            </a:r>
            <a:r>
              <a:rPr lang="en-US" dirty="0" err="1"/>
              <a:t>ulash</a:t>
            </a:r>
            <a:r>
              <a:rPr lang="en-US" dirty="0"/>
              <a:t> </a:t>
            </a:r>
            <a:r>
              <a:rPr lang="en-US" dirty="0" err="1"/>
              <a:t>imkoniyatini</a:t>
            </a:r>
            <a:r>
              <a:rPr lang="en-US" dirty="0"/>
              <a:t> </a:t>
            </a:r>
            <a:r>
              <a:rPr lang="en-US" dirty="0" err="1"/>
              <a:t>beradi</a:t>
            </a:r>
            <a:r>
              <a:rPr lang="en-US" dirty="0"/>
              <a:t>. ODF </a:t>
            </a:r>
            <a:r>
              <a:rPr lang="en-US" dirty="0" err="1"/>
              <a:t>ichida</a:t>
            </a:r>
            <a:r>
              <a:rPr lang="en-US" dirty="0"/>
              <a:t> </a:t>
            </a:r>
            <a:r>
              <a:rPr lang="en-US" dirty="0" err="1"/>
              <a:t>tolalarni</a:t>
            </a:r>
            <a:r>
              <a:rPr lang="en-US" dirty="0"/>
              <a:t> </a:t>
            </a:r>
            <a:r>
              <a:rPr lang="en-US" dirty="0" err="1"/>
              <a:t>saqlash</a:t>
            </a:r>
            <a:r>
              <a:rPr lang="en-US" dirty="0"/>
              <a:t> </a:t>
            </a:r>
            <a:r>
              <a:rPr lang="en-US" dirty="0" err="1"/>
              <a:t>uchun</a:t>
            </a:r>
            <a:r>
              <a:rPr lang="en-US" dirty="0"/>
              <a:t> </a:t>
            </a:r>
            <a:r>
              <a:rPr lang="en-US" dirty="0" err="1"/>
              <a:t>maxsus</a:t>
            </a:r>
            <a:r>
              <a:rPr lang="en-US" dirty="0"/>
              <a:t> </a:t>
            </a:r>
            <a:r>
              <a:rPr lang="en-US" dirty="0" err="1"/>
              <a:t>kasseta</a:t>
            </a:r>
            <a:r>
              <a:rPr lang="en-US" dirty="0"/>
              <a:t> </a:t>
            </a:r>
            <a:r>
              <a:rPr lang="en-US" dirty="0" err="1"/>
              <a:t>va</a:t>
            </a:r>
            <a:r>
              <a:rPr lang="en-US" dirty="0"/>
              <a:t> </a:t>
            </a:r>
            <a:r>
              <a:rPr lang="en-US" dirty="0" err="1"/>
              <a:t>traylar</a:t>
            </a:r>
            <a:r>
              <a:rPr lang="en-US" dirty="0"/>
              <a:t> </a:t>
            </a:r>
            <a:r>
              <a:rPr lang="en-US" dirty="0" err="1"/>
              <a:t>bo‘ladi</a:t>
            </a:r>
            <a:r>
              <a:rPr lang="en-US" dirty="0"/>
              <a:t>. Bu </a:t>
            </a:r>
            <a:r>
              <a:rPr lang="en-US" dirty="0" err="1"/>
              <a:t>kassetalarda</a:t>
            </a:r>
            <a:r>
              <a:rPr lang="en-US" dirty="0"/>
              <a:t> </a:t>
            </a:r>
            <a:r>
              <a:rPr lang="en-US" dirty="0" err="1"/>
              <a:t>payvand</a:t>
            </a:r>
            <a:r>
              <a:rPr lang="en-US" dirty="0"/>
              <a:t> </a:t>
            </a:r>
            <a:r>
              <a:rPr lang="en-US" dirty="0" err="1"/>
              <a:t>joylari</a:t>
            </a:r>
            <a:r>
              <a:rPr lang="en-US" dirty="0"/>
              <a:t>, </a:t>
            </a:r>
            <a:r>
              <a:rPr lang="en-US" dirty="0" err="1"/>
              <a:t>zaxira</a:t>
            </a:r>
            <a:r>
              <a:rPr lang="en-US" dirty="0"/>
              <a:t> </a:t>
            </a:r>
            <a:r>
              <a:rPr lang="en-US" dirty="0" err="1"/>
              <a:t>tolalar</a:t>
            </a:r>
            <a:r>
              <a:rPr lang="en-US" dirty="0"/>
              <a:t> </a:t>
            </a:r>
            <a:r>
              <a:rPr lang="en-US" dirty="0" err="1"/>
              <a:t>va</a:t>
            </a:r>
            <a:r>
              <a:rPr lang="en-US" dirty="0"/>
              <a:t> </a:t>
            </a:r>
            <a:r>
              <a:rPr lang="en-US" dirty="0" err="1"/>
              <a:t>ulanishlar</a:t>
            </a:r>
            <a:r>
              <a:rPr lang="en-US" dirty="0"/>
              <a:t> </a:t>
            </a:r>
            <a:r>
              <a:rPr lang="en-US" dirty="0" err="1"/>
              <a:t>tartibli</a:t>
            </a:r>
            <a:r>
              <a:rPr lang="en-US" dirty="0"/>
              <a:t> </a:t>
            </a:r>
            <a:r>
              <a:rPr lang="en-US" dirty="0" err="1"/>
              <a:t>joylashtiriladi</a:t>
            </a:r>
            <a:r>
              <a:rPr lang="en-US" dirty="0"/>
              <a:t>. </a:t>
            </a:r>
            <a:r>
              <a:rPr lang="en-US" dirty="0" err="1"/>
              <a:t>Optik</a:t>
            </a:r>
            <a:r>
              <a:rPr lang="en-US" dirty="0"/>
              <a:t> </a:t>
            </a:r>
            <a:r>
              <a:rPr lang="en-US" dirty="0" err="1"/>
              <a:t>tolalar</a:t>
            </a:r>
            <a:r>
              <a:rPr lang="en-US" dirty="0"/>
              <a:t> </a:t>
            </a:r>
            <a:r>
              <a:rPr lang="en-US" dirty="0" err="1"/>
              <a:t>payvandlash</a:t>
            </a:r>
            <a:r>
              <a:rPr lang="en-US" dirty="0"/>
              <a:t> </a:t>
            </a:r>
            <a:r>
              <a:rPr lang="en-US" dirty="0" err="1"/>
              <a:t>apparati</a:t>
            </a:r>
            <a:r>
              <a:rPr lang="en-US" dirty="0"/>
              <a:t> </a:t>
            </a:r>
            <a:r>
              <a:rPr lang="en-US" dirty="0" err="1"/>
              <a:t>yordamida</a:t>
            </a:r>
            <a:r>
              <a:rPr lang="en-US" dirty="0"/>
              <a:t> </a:t>
            </a:r>
            <a:r>
              <a:rPr lang="en-US" dirty="0" err="1"/>
              <a:t>bir-biriga</a:t>
            </a:r>
            <a:r>
              <a:rPr lang="en-US" dirty="0"/>
              <a:t> </a:t>
            </a:r>
            <a:r>
              <a:rPr lang="en-US" dirty="0" err="1"/>
              <a:t>ulanadi</a:t>
            </a:r>
            <a:r>
              <a:rPr lang="en-US" dirty="0"/>
              <a:t> </a:t>
            </a:r>
            <a:r>
              <a:rPr lang="en-US" dirty="0" err="1"/>
              <a:t>va</a:t>
            </a:r>
            <a:r>
              <a:rPr lang="en-US" dirty="0"/>
              <a:t> </a:t>
            </a:r>
            <a:r>
              <a:rPr lang="en-US" dirty="0" err="1"/>
              <a:t>ulanish</a:t>
            </a:r>
            <a:r>
              <a:rPr lang="en-US" dirty="0"/>
              <a:t> </a:t>
            </a:r>
            <a:r>
              <a:rPr lang="en-US" dirty="0" err="1"/>
              <a:t>joyi</a:t>
            </a:r>
            <a:r>
              <a:rPr lang="en-US" dirty="0"/>
              <a:t> </a:t>
            </a:r>
            <a:r>
              <a:rPr lang="en-US" dirty="0" err="1"/>
              <a:t>himoya</a:t>
            </a:r>
            <a:r>
              <a:rPr lang="en-US" dirty="0"/>
              <a:t> </a:t>
            </a:r>
            <a:r>
              <a:rPr lang="en-US" dirty="0" err="1"/>
              <a:t>g‘ilofi</a:t>
            </a:r>
            <a:r>
              <a:rPr lang="en-US" dirty="0"/>
              <a:t> </a:t>
            </a:r>
            <a:r>
              <a:rPr lang="en-US" dirty="0" err="1"/>
              <a:t>bilan</a:t>
            </a:r>
            <a:r>
              <a:rPr lang="en-US" dirty="0"/>
              <a:t> </a:t>
            </a:r>
            <a:r>
              <a:rPr lang="en-US" dirty="0" err="1"/>
              <a:t>yopiladi</a:t>
            </a:r>
            <a:r>
              <a:rPr lang="en-US" dirty="0"/>
              <a:t>. Shu </a:t>
            </a:r>
            <a:r>
              <a:rPr lang="en-US" dirty="0" err="1"/>
              <a:t>orqali</a:t>
            </a:r>
            <a:r>
              <a:rPr lang="en-US" dirty="0"/>
              <a:t> signal </a:t>
            </a:r>
            <a:r>
              <a:rPr lang="en-US" dirty="0" err="1"/>
              <a:t>yo‘qotilishi</a:t>
            </a:r>
            <a:r>
              <a:rPr lang="en-US" dirty="0"/>
              <a:t> </a:t>
            </a:r>
            <a:r>
              <a:rPr lang="en-US" dirty="0" err="1"/>
              <a:t>kamayadi</a:t>
            </a:r>
            <a:r>
              <a:rPr lang="en-US" dirty="0"/>
              <a:t> </a:t>
            </a:r>
            <a:r>
              <a:rPr lang="en-US" dirty="0" err="1"/>
              <a:t>va</a:t>
            </a:r>
            <a:r>
              <a:rPr lang="en-US" dirty="0"/>
              <a:t> </a:t>
            </a:r>
            <a:r>
              <a:rPr lang="en-US" dirty="0" err="1"/>
              <a:t>uzilishlar</a:t>
            </a:r>
            <a:r>
              <a:rPr lang="en-US" dirty="0"/>
              <a:t> </a:t>
            </a:r>
            <a:r>
              <a:rPr lang="en-US" dirty="0" err="1"/>
              <a:t>oldi</a:t>
            </a:r>
            <a:r>
              <a:rPr lang="en-US" dirty="0"/>
              <a:t> </a:t>
            </a:r>
            <a:r>
              <a:rPr lang="en-US" dirty="0" err="1"/>
              <a:t>olinadi</a:t>
            </a:r>
            <a:r>
              <a:rPr lang="en-US" dirty="0"/>
              <a:t>. ODF </a:t>
            </a:r>
            <a:r>
              <a:rPr lang="en-US" dirty="0" err="1"/>
              <a:t>ning</a:t>
            </a:r>
            <a:r>
              <a:rPr lang="en-US" dirty="0"/>
              <a:t> </a:t>
            </a:r>
            <a:r>
              <a:rPr lang="en-US" dirty="0" err="1"/>
              <a:t>yana</a:t>
            </a:r>
            <a:r>
              <a:rPr lang="en-US" dirty="0"/>
              <a:t> </a:t>
            </a:r>
            <a:r>
              <a:rPr lang="en-US" dirty="0" err="1"/>
              <a:t>bir</a:t>
            </a:r>
            <a:r>
              <a:rPr lang="en-US" dirty="0"/>
              <a:t> </a:t>
            </a:r>
            <a:r>
              <a:rPr lang="en-US" dirty="0" err="1"/>
              <a:t>muhim</a:t>
            </a:r>
            <a:r>
              <a:rPr lang="en-US" dirty="0"/>
              <a:t> </a:t>
            </a:r>
            <a:r>
              <a:rPr lang="en-US" dirty="0" err="1"/>
              <a:t>vazifasi</a:t>
            </a:r>
            <a:r>
              <a:rPr lang="en-US" dirty="0"/>
              <a:t> – </a:t>
            </a:r>
            <a:r>
              <a:rPr lang="en-US" dirty="0" err="1"/>
              <a:t>kabellarni</a:t>
            </a:r>
            <a:r>
              <a:rPr lang="en-US" dirty="0"/>
              <a:t> </a:t>
            </a:r>
            <a:r>
              <a:rPr lang="en-US" dirty="0" err="1"/>
              <a:t>mexanik</a:t>
            </a:r>
            <a:r>
              <a:rPr lang="en-US" dirty="0"/>
              <a:t> </a:t>
            </a:r>
            <a:r>
              <a:rPr lang="en-US" dirty="0" err="1"/>
              <a:t>shikastlanishdan</a:t>
            </a:r>
            <a:r>
              <a:rPr lang="en-US" dirty="0"/>
              <a:t> </a:t>
            </a:r>
            <a:r>
              <a:rPr lang="en-US" dirty="0" err="1"/>
              <a:t>himoya</a:t>
            </a:r>
            <a:r>
              <a:rPr lang="en-US" dirty="0"/>
              <a:t> </a:t>
            </a:r>
            <a:r>
              <a:rPr lang="en-US" dirty="0" err="1"/>
              <a:t>qilish</a:t>
            </a:r>
            <a:r>
              <a:rPr lang="en-US" dirty="0"/>
              <a:t> </a:t>
            </a:r>
            <a:r>
              <a:rPr lang="en-US" dirty="0" err="1"/>
              <a:t>va</a:t>
            </a:r>
            <a:r>
              <a:rPr lang="en-US" dirty="0"/>
              <a:t> </a:t>
            </a:r>
            <a:r>
              <a:rPr lang="en-US" dirty="0" err="1"/>
              <a:t>tarmoqni</a:t>
            </a:r>
            <a:r>
              <a:rPr lang="en-US" dirty="0"/>
              <a:t> </a:t>
            </a:r>
            <a:r>
              <a:rPr lang="en-US" dirty="0" err="1"/>
              <a:t>ekspluatatsiya</a:t>
            </a:r>
            <a:r>
              <a:rPr lang="en-US" dirty="0"/>
              <a:t> </a:t>
            </a:r>
            <a:r>
              <a:rPr lang="en-US" dirty="0" err="1"/>
              <a:t>qilishni</a:t>
            </a:r>
            <a:r>
              <a:rPr lang="en-US" dirty="0"/>
              <a:t> </a:t>
            </a:r>
            <a:r>
              <a:rPr lang="en-US" dirty="0" err="1"/>
              <a:t>osonlashtirishdir</a:t>
            </a:r>
            <a:r>
              <a:rPr lang="en-US" dirty="0"/>
              <a:t>. </a:t>
            </a:r>
            <a:r>
              <a:rPr lang="en-US" dirty="0" err="1"/>
              <a:t>Texnik</a:t>
            </a:r>
            <a:r>
              <a:rPr lang="en-US" dirty="0"/>
              <a:t> </a:t>
            </a:r>
            <a:r>
              <a:rPr lang="en-US" dirty="0" err="1"/>
              <a:t>xodimlar</a:t>
            </a:r>
            <a:r>
              <a:rPr lang="en-US" dirty="0"/>
              <a:t> </a:t>
            </a:r>
            <a:r>
              <a:rPr lang="en-US" dirty="0" err="1"/>
              <a:t>kerak</a:t>
            </a:r>
            <a:r>
              <a:rPr lang="en-US" dirty="0"/>
              <a:t> </a:t>
            </a:r>
            <a:r>
              <a:rPr lang="en-US" dirty="0" err="1"/>
              <a:t>bo‘lganda</a:t>
            </a:r>
            <a:r>
              <a:rPr lang="en-US" dirty="0"/>
              <a:t> </a:t>
            </a:r>
            <a:r>
              <a:rPr lang="en-US" dirty="0" err="1"/>
              <a:t>tolalarni</a:t>
            </a:r>
            <a:r>
              <a:rPr lang="en-US" dirty="0"/>
              <a:t> </a:t>
            </a:r>
            <a:r>
              <a:rPr lang="en-US" dirty="0" err="1"/>
              <a:t>tezda</a:t>
            </a:r>
            <a:r>
              <a:rPr lang="en-US" dirty="0"/>
              <a:t> </a:t>
            </a:r>
            <a:r>
              <a:rPr lang="en-US" dirty="0" err="1"/>
              <a:t>almashtirishi</a:t>
            </a:r>
            <a:r>
              <a:rPr lang="en-US" dirty="0"/>
              <a:t> </a:t>
            </a:r>
            <a:r>
              <a:rPr lang="en-US" dirty="0" err="1"/>
              <a:t>yoki</a:t>
            </a:r>
            <a:r>
              <a:rPr lang="en-US" dirty="0"/>
              <a:t> </a:t>
            </a:r>
            <a:r>
              <a:rPr lang="en-US" dirty="0" err="1"/>
              <a:t>yangi</a:t>
            </a:r>
            <a:r>
              <a:rPr lang="en-US" dirty="0"/>
              <a:t> </a:t>
            </a:r>
            <a:r>
              <a:rPr lang="en-US" dirty="0" err="1"/>
              <a:t>ulanish</a:t>
            </a:r>
            <a:r>
              <a:rPr lang="en-US" dirty="0"/>
              <a:t> </a:t>
            </a:r>
            <a:r>
              <a:rPr lang="en-US" dirty="0" err="1"/>
              <a:t>qo‘shishi</a:t>
            </a:r>
            <a:r>
              <a:rPr lang="en-US" dirty="0"/>
              <a:t> </a:t>
            </a:r>
            <a:r>
              <a:rPr lang="en-US" dirty="0" err="1"/>
              <a:t>mumkin</a:t>
            </a:r>
            <a:r>
              <a:rPr lang="en-US" dirty="0"/>
              <a:t>.</a:t>
            </a:r>
          </a:p>
          <a:p>
            <a:endParaRPr lang="en-US" dirty="0"/>
          </a:p>
          <a:p>
            <a:endParaRPr lang="ru-RU" dirty="0"/>
          </a:p>
        </p:txBody>
      </p:sp>
    </p:spTree>
    <p:extLst>
      <p:ext uri="{BB962C8B-B14F-4D97-AF65-F5344CB8AC3E}">
        <p14:creationId xmlns:p14="http://schemas.microsoft.com/office/powerpoint/2010/main" val="1652380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бъект 8">
            <a:extLst>
              <a:ext uri="{FF2B5EF4-FFF2-40B4-BE49-F238E27FC236}">
                <a16:creationId xmlns:a16="http://schemas.microsoft.com/office/drawing/2014/main" id="{219F7D20-CE3D-40B8-AD4E-055C7F4367DF}"/>
              </a:ext>
            </a:extLst>
          </p:cNvPr>
          <p:cNvSpPr>
            <a:spLocks noGrp="1"/>
          </p:cNvSpPr>
          <p:nvPr>
            <p:ph idx="1"/>
          </p:nvPr>
        </p:nvSpPr>
        <p:spPr>
          <a:xfrm>
            <a:off x="677334" y="187779"/>
            <a:ext cx="8596668" cy="5853583"/>
          </a:xfrm>
        </p:spPr>
        <p:txBody>
          <a:bodyPr/>
          <a:lstStyle/>
          <a:p>
            <a:r>
              <a:rPr lang="en-US" dirty="0"/>
              <a:t>Bu </a:t>
            </a:r>
            <a:r>
              <a:rPr lang="en-US" dirty="0" err="1"/>
              <a:t>yerda</a:t>
            </a:r>
            <a:r>
              <a:rPr lang="en-US" dirty="0"/>
              <a:t> magistral </a:t>
            </a:r>
            <a:r>
              <a:rPr lang="en-US" dirty="0" err="1"/>
              <a:t>kabeldan</a:t>
            </a:r>
            <a:r>
              <a:rPr lang="en-US" dirty="0"/>
              <a:t> </a:t>
            </a:r>
            <a:r>
              <a:rPr lang="en-US" dirty="0" err="1"/>
              <a:t>kelgan</a:t>
            </a:r>
            <a:r>
              <a:rPr lang="en-US" dirty="0"/>
              <a:t> </a:t>
            </a:r>
            <a:r>
              <a:rPr lang="en-US" dirty="0" err="1"/>
              <a:t>tolalar</a:t>
            </a:r>
            <a:r>
              <a:rPr lang="en-US" dirty="0"/>
              <a:t> </a:t>
            </a:r>
            <a:r>
              <a:rPr lang="en-US" b="1" dirty="0"/>
              <a:t>ODF ga </a:t>
            </a:r>
            <a:r>
              <a:rPr lang="en-US" b="1" dirty="0" err="1"/>
              <a:t>kiradi</a:t>
            </a:r>
            <a:r>
              <a:rPr lang="en-US" dirty="0"/>
              <a:t>, u </a:t>
            </a:r>
            <a:r>
              <a:rPr lang="en-US" dirty="0" err="1"/>
              <a:t>yerdan</a:t>
            </a:r>
            <a:r>
              <a:rPr lang="en-US" dirty="0"/>
              <a:t> </a:t>
            </a:r>
            <a:r>
              <a:rPr lang="en-US" dirty="0" err="1"/>
              <a:t>esa</a:t>
            </a:r>
            <a:r>
              <a:rPr lang="en-US" dirty="0"/>
              <a:t> </a:t>
            </a:r>
            <a:r>
              <a:rPr lang="en-US" b="1" dirty="0"/>
              <a:t>patch-</a:t>
            </a:r>
            <a:r>
              <a:rPr lang="en-US" b="1" dirty="0" err="1"/>
              <a:t>shnurlar</a:t>
            </a:r>
            <a:r>
              <a:rPr lang="en-US" b="1" dirty="0"/>
              <a:t> </a:t>
            </a:r>
            <a:r>
              <a:rPr lang="en-US" b="1" dirty="0" err="1"/>
              <a:t>orqali</a:t>
            </a:r>
            <a:r>
              <a:rPr lang="en-US" b="1" dirty="0"/>
              <a:t> OLT </a:t>
            </a:r>
            <a:r>
              <a:rPr lang="en-US" b="1" dirty="0" err="1"/>
              <a:t>portlariga</a:t>
            </a:r>
            <a:r>
              <a:rPr lang="en-US" b="1" dirty="0"/>
              <a:t> </a:t>
            </a:r>
            <a:r>
              <a:rPr lang="en-US" b="1" dirty="0" err="1"/>
              <a:t>ulanadi</a:t>
            </a:r>
            <a:r>
              <a:rPr lang="en-US" dirty="0"/>
              <a:t>.</a:t>
            </a:r>
            <a:endParaRPr lang="uz-Cyrl-UZ" dirty="0"/>
          </a:p>
          <a:p>
            <a:endParaRPr lang="uz-Cyrl-UZ" dirty="0"/>
          </a:p>
          <a:p>
            <a:endParaRPr lang="uz-Cyrl-UZ" dirty="0"/>
          </a:p>
          <a:p>
            <a:pPr marL="0" indent="0">
              <a:buNone/>
            </a:pPr>
            <a:endParaRPr lang="ru-RU" dirty="0"/>
          </a:p>
        </p:txBody>
      </p:sp>
      <p:pic>
        <p:nvPicPr>
          <p:cNvPr id="11" name="Рисунок 10">
            <a:extLst>
              <a:ext uri="{FF2B5EF4-FFF2-40B4-BE49-F238E27FC236}">
                <a16:creationId xmlns:a16="http://schemas.microsoft.com/office/drawing/2014/main" id="{810139BD-635B-4FD2-8093-32505403DEEF}"/>
              </a:ext>
            </a:extLst>
          </p:cNvPr>
          <p:cNvPicPr>
            <a:picLocks noChangeAspect="1"/>
          </p:cNvPicPr>
          <p:nvPr/>
        </p:nvPicPr>
        <p:blipFill>
          <a:blip r:embed="rId2"/>
          <a:stretch>
            <a:fillRect/>
          </a:stretch>
        </p:blipFill>
        <p:spPr>
          <a:xfrm>
            <a:off x="350762" y="1086249"/>
            <a:ext cx="3943653" cy="2832608"/>
          </a:xfrm>
          <a:prstGeom prst="rect">
            <a:avLst/>
          </a:prstGeom>
        </p:spPr>
      </p:pic>
      <p:pic>
        <p:nvPicPr>
          <p:cNvPr id="13" name="Рисунок 12">
            <a:extLst>
              <a:ext uri="{FF2B5EF4-FFF2-40B4-BE49-F238E27FC236}">
                <a16:creationId xmlns:a16="http://schemas.microsoft.com/office/drawing/2014/main" id="{EA30C25D-CD52-493D-9237-7E7941192CF1}"/>
              </a:ext>
            </a:extLst>
          </p:cNvPr>
          <p:cNvPicPr>
            <a:picLocks noChangeAspect="1"/>
          </p:cNvPicPr>
          <p:nvPr/>
        </p:nvPicPr>
        <p:blipFill>
          <a:blip r:embed="rId3"/>
          <a:stretch>
            <a:fillRect/>
          </a:stretch>
        </p:blipFill>
        <p:spPr>
          <a:xfrm>
            <a:off x="8834617" y="391885"/>
            <a:ext cx="3006621" cy="2245961"/>
          </a:xfrm>
          <a:prstGeom prst="rect">
            <a:avLst/>
          </a:prstGeom>
        </p:spPr>
      </p:pic>
      <p:pic>
        <p:nvPicPr>
          <p:cNvPr id="15" name="Рисунок 14">
            <a:extLst>
              <a:ext uri="{FF2B5EF4-FFF2-40B4-BE49-F238E27FC236}">
                <a16:creationId xmlns:a16="http://schemas.microsoft.com/office/drawing/2014/main" id="{E36EEEA5-B502-408C-88F1-8CA2CF35A27C}"/>
              </a:ext>
            </a:extLst>
          </p:cNvPr>
          <p:cNvPicPr>
            <a:picLocks noChangeAspect="1"/>
          </p:cNvPicPr>
          <p:nvPr/>
        </p:nvPicPr>
        <p:blipFill>
          <a:blip r:embed="rId4"/>
          <a:stretch>
            <a:fillRect/>
          </a:stretch>
        </p:blipFill>
        <p:spPr>
          <a:xfrm>
            <a:off x="7208438" y="2841952"/>
            <a:ext cx="4784271" cy="3834881"/>
          </a:xfrm>
          <a:prstGeom prst="rect">
            <a:avLst/>
          </a:prstGeom>
        </p:spPr>
      </p:pic>
      <p:sp>
        <p:nvSpPr>
          <p:cNvPr id="21" name="TextBox 20">
            <a:extLst>
              <a:ext uri="{FF2B5EF4-FFF2-40B4-BE49-F238E27FC236}">
                <a16:creationId xmlns:a16="http://schemas.microsoft.com/office/drawing/2014/main" id="{FE5D3F3C-6104-4981-8410-9F88203542A5}"/>
              </a:ext>
            </a:extLst>
          </p:cNvPr>
          <p:cNvSpPr txBox="1"/>
          <p:nvPr/>
        </p:nvSpPr>
        <p:spPr>
          <a:xfrm>
            <a:off x="3049361" y="2278920"/>
            <a:ext cx="3775982" cy="2862322"/>
          </a:xfrm>
          <a:prstGeom prst="rect">
            <a:avLst/>
          </a:prstGeom>
          <a:noFill/>
        </p:spPr>
        <p:txBody>
          <a:bodyPr wrap="square">
            <a:spAutoFit/>
          </a:bodyPr>
          <a:lstStyle/>
          <a:p>
            <a:r>
              <a:rPr lang="en-US" dirty="0"/>
              <a:t>ODF </a:t>
            </a:r>
            <a:r>
              <a:rPr lang="en-US" dirty="0" err="1"/>
              <a:t>quyidagi</a:t>
            </a:r>
            <a:r>
              <a:rPr lang="en-US" dirty="0"/>
              <a:t> </a:t>
            </a:r>
            <a:r>
              <a:rPr lang="en-US" dirty="0" err="1"/>
              <a:t>elementlardan</a:t>
            </a:r>
            <a:r>
              <a:rPr lang="en-US" dirty="0"/>
              <a:t> </a:t>
            </a:r>
            <a:r>
              <a:rPr lang="en-US" dirty="0" err="1"/>
              <a:t>tashkil</a:t>
            </a:r>
            <a:r>
              <a:rPr lang="en-US" dirty="0"/>
              <a:t> </a:t>
            </a:r>
            <a:r>
              <a:rPr lang="en-US" dirty="0" err="1"/>
              <a:t>topadi</a:t>
            </a:r>
            <a:r>
              <a:rPr lang="en-US" dirty="0"/>
              <a:t>:</a:t>
            </a:r>
          </a:p>
          <a:p>
            <a:pPr>
              <a:buFont typeface="Arial" panose="020B0604020202020204" pitchFamily="34" charset="0"/>
              <a:buChar char="•"/>
            </a:pPr>
            <a:r>
              <a:rPr lang="en-US" dirty="0" err="1"/>
              <a:t>optik</a:t>
            </a:r>
            <a:r>
              <a:rPr lang="en-US" dirty="0"/>
              <a:t> patch-panel</a:t>
            </a:r>
          </a:p>
          <a:p>
            <a:pPr>
              <a:buFont typeface="Arial" panose="020B0604020202020204" pitchFamily="34" charset="0"/>
              <a:buChar char="•"/>
            </a:pPr>
            <a:r>
              <a:rPr lang="en-US" dirty="0" err="1"/>
              <a:t>konnektor</a:t>
            </a:r>
            <a:r>
              <a:rPr lang="en-US" dirty="0"/>
              <a:t> </a:t>
            </a:r>
            <a:r>
              <a:rPr lang="en-US" dirty="0" err="1"/>
              <a:t>portlari</a:t>
            </a:r>
            <a:endParaRPr lang="en-US" dirty="0"/>
          </a:p>
          <a:p>
            <a:pPr>
              <a:buFont typeface="Arial" panose="020B0604020202020204" pitchFamily="34" charset="0"/>
              <a:buChar char="•"/>
            </a:pPr>
            <a:r>
              <a:rPr lang="en-US" dirty="0" err="1"/>
              <a:t>payvandlash</a:t>
            </a:r>
            <a:r>
              <a:rPr lang="en-US" dirty="0"/>
              <a:t> </a:t>
            </a:r>
            <a:r>
              <a:rPr lang="en-US" dirty="0" err="1"/>
              <a:t>kasseta</a:t>
            </a:r>
            <a:r>
              <a:rPr lang="en-US" dirty="0"/>
              <a:t> (splice tray)</a:t>
            </a:r>
          </a:p>
          <a:p>
            <a:pPr>
              <a:buFont typeface="Arial" panose="020B0604020202020204" pitchFamily="34" charset="0"/>
              <a:buChar char="•"/>
            </a:pPr>
            <a:r>
              <a:rPr lang="en-US" dirty="0" err="1"/>
              <a:t>zaxira</a:t>
            </a:r>
            <a:r>
              <a:rPr lang="en-US" dirty="0"/>
              <a:t> </a:t>
            </a:r>
            <a:r>
              <a:rPr lang="en-US" dirty="0" err="1"/>
              <a:t>tolalar</a:t>
            </a:r>
            <a:r>
              <a:rPr lang="en-US" dirty="0"/>
              <a:t> </a:t>
            </a:r>
            <a:r>
              <a:rPr lang="en-US" dirty="0" err="1"/>
              <a:t>joyi</a:t>
            </a:r>
            <a:endParaRPr lang="en-US" dirty="0"/>
          </a:p>
          <a:p>
            <a:pPr>
              <a:buFont typeface="Arial" panose="020B0604020202020204" pitchFamily="34" charset="0"/>
              <a:buChar char="•"/>
            </a:pPr>
            <a:r>
              <a:rPr lang="en-US" dirty="0"/>
              <a:t>patch-</a:t>
            </a:r>
            <a:r>
              <a:rPr lang="en-US" dirty="0" err="1"/>
              <a:t>shnurlar</a:t>
            </a:r>
            <a:endParaRPr lang="en-US" dirty="0"/>
          </a:p>
          <a:p>
            <a:r>
              <a:rPr lang="en-US" dirty="0"/>
              <a:t>Bu </a:t>
            </a:r>
            <a:r>
              <a:rPr lang="en-US" dirty="0" err="1"/>
              <a:t>elementlar</a:t>
            </a:r>
            <a:r>
              <a:rPr lang="en-US" dirty="0"/>
              <a:t> </a:t>
            </a:r>
            <a:r>
              <a:rPr lang="en-US" dirty="0" err="1"/>
              <a:t>yordamida</a:t>
            </a:r>
            <a:r>
              <a:rPr lang="en-US" dirty="0"/>
              <a:t> </a:t>
            </a:r>
            <a:r>
              <a:rPr lang="en-US" dirty="0" err="1"/>
              <a:t>optik</a:t>
            </a:r>
            <a:r>
              <a:rPr lang="en-US" dirty="0"/>
              <a:t> </a:t>
            </a:r>
            <a:r>
              <a:rPr lang="en-US" dirty="0" err="1"/>
              <a:t>tolalar</a:t>
            </a:r>
            <a:r>
              <a:rPr lang="en-US" dirty="0"/>
              <a:t> </a:t>
            </a:r>
            <a:r>
              <a:rPr lang="en-US" dirty="0" err="1"/>
              <a:t>tartibli</a:t>
            </a:r>
            <a:r>
              <a:rPr lang="en-US" dirty="0"/>
              <a:t> </a:t>
            </a:r>
            <a:r>
              <a:rPr lang="en-US" dirty="0" err="1"/>
              <a:t>va</a:t>
            </a:r>
            <a:r>
              <a:rPr lang="en-US" dirty="0"/>
              <a:t> </a:t>
            </a:r>
            <a:r>
              <a:rPr lang="en-US" dirty="0" err="1"/>
              <a:t>xavfsiz</a:t>
            </a:r>
            <a:r>
              <a:rPr lang="en-US" dirty="0"/>
              <a:t> </a:t>
            </a:r>
            <a:r>
              <a:rPr lang="en-US" dirty="0" err="1"/>
              <a:t>ulanishi</a:t>
            </a:r>
            <a:r>
              <a:rPr lang="en-US" dirty="0"/>
              <a:t> </a:t>
            </a:r>
            <a:r>
              <a:rPr lang="en-US" dirty="0" err="1"/>
              <a:t>ta’minlanadi</a:t>
            </a:r>
            <a:r>
              <a:rPr lang="en-US" dirty="0"/>
              <a:t>.</a:t>
            </a:r>
          </a:p>
        </p:txBody>
      </p:sp>
    </p:spTree>
    <p:extLst>
      <p:ext uri="{BB962C8B-B14F-4D97-AF65-F5344CB8AC3E}">
        <p14:creationId xmlns:p14="http://schemas.microsoft.com/office/powerpoint/2010/main" val="3278340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3B468E2-3999-4243-8028-BD285A5F19A6}"/>
              </a:ext>
            </a:extLst>
          </p:cNvPr>
          <p:cNvSpPr>
            <a:spLocks noGrp="1"/>
          </p:cNvSpPr>
          <p:nvPr>
            <p:ph idx="1"/>
          </p:nvPr>
        </p:nvSpPr>
        <p:spPr>
          <a:xfrm>
            <a:off x="677334" y="277587"/>
            <a:ext cx="8596668" cy="5763776"/>
          </a:xfrm>
        </p:spPr>
        <p:txBody>
          <a:bodyPr>
            <a:normAutofit/>
          </a:bodyPr>
          <a:lstStyle/>
          <a:p>
            <a:r>
              <a:rPr lang="en-US" dirty="0" err="1"/>
              <a:t>Optik</a:t>
            </a:r>
            <a:r>
              <a:rPr lang="en-US" dirty="0"/>
              <a:t> </a:t>
            </a:r>
            <a:r>
              <a:rPr lang="en-US" dirty="0" err="1"/>
              <a:t>taqsimlash</a:t>
            </a:r>
            <a:r>
              <a:rPr lang="en-US" dirty="0"/>
              <a:t> </a:t>
            </a:r>
            <a:r>
              <a:rPr lang="en-US" dirty="0" err="1"/>
              <a:t>shkafi</a:t>
            </a:r>
            <a:r>
              <a:rPr lang="en-US" dirty="0"/>
              <a:t> (</a:t>
            </a:r>
            <a:r>
              <a:rPr lang="en-US" dirty="0" err="1"/>
              <a:t>OTSh</a:t>
            </a:r>
            <a:r>
              <a:rPr lang="en-US" dirty="0"/>
              <a:t>) – </a:t>
            </a:r>
            <a:r>
              <a:rPr lang="en-US" dirty="0" err="1"/>
              <a:t>bu</a:t>
            </a:r>
            <a:r>
              <a:rPr lang="en-US" dirty="0"/>
              <a:t> PON </a:t>
            </a:r>
            <a:r>
              <a:rPr lang="en-US" dirty="0" err="1"/>
              <a:t>yoki</a:t>
            </a:r>
            <a:r>
              <a:rPr lang="en-US" dirty="0"/>
              <a:t> FTTH </a:t>
            </a:r>
            <a:r>
              <a:rPr lang="en-US" dirty="0" err="1"/>
              <a:t>optik</a:t>
            </a:r>
            <a:r>
              <a:rPr lang="en-US" dirty="0"/>
              <a:t> </a:t>
            </a:r>
            <a:r>
              <a:rPr lang="en-US" dirty="0" err="1"/>
              <a:t>tarmoqlarida</a:t>
            </a:r>
            <a:r>
              <a:rPr lang="en-US" dirty="0"/>
              <a:t> magistral </a:t>
            </a:r>
            <a:r>
              <a:rPr lang="en-US" dirty="0" err="1"/>
              <a:t>optik</a:t>
            </a:r>
            <a:r>
              <a:rPr lang="en-US" dirty="0"/>
              <a:t> </a:t>
            </a:r>
            <a:r>
              <a:rPr lang="en-US" dirty="0" err="1"/>
              <a:t>kabeldan</a:t>
            </a:r>
            <a:r>
              <a:rPr lang="en-US" dirty="0"/>
              <a:t> </a:t>
            </a:r>
            <a:r>
              <a:rPr lang="en-US" dirty="0" err="1"/>
              <a:t>kelgan</a:t>
            </a:r>
            <a:r>
              <a:rPr lang="en-US" dirty="0"/>
              <a:t> </a:t>
            </a:r>
            <a:r>
              <a:rPr lang="en-US" dirty="0" err="1"/>
              <a:t>signalni</a:t>
            </a:r>
            <a:r>
              <a:rPr lang="en-US" dirty="0"/>
              <a:t> </a:t>
            </a:r>
            <a:r>
              <a:rPr lang="en-US" dirty="0" err="1"/>
              <a:t>abonentlarga</a:t>
            </a:r>
            <a:r>
              <a:rPr lang="en-US" dirty="0"/>
              <a:t> </a:t>
            </a:r>
            <a:r>
              <a:rPr lang="en-US" dirty="0" err="1"/>
              <a:t>taqsimlash</a:t>
            </a:r>
            <a:r>
              <a:rPr lang="en-US" dirty="0"/>
              <a:t> </a:t>
            </a:r>
            <a:r>
              <a:rPr lang="en-US" dirty="0" err="1"/>
              <a:t>uchun</a:t>
            </a:r>
            <a:r>
              <a:rPr lang="en-US" dirty="0"/>
              <a:t> </a:t>
            </a:r>
            <a:r>
              <a:rPr lang="en-US" dirty="0" err="1"/>
              <a:t>ishlatiladigan</a:t>
            </a:r>
            <a:r>
              <a:rPr lang="en-US" dirty="0"/>
              <a:t> </a:t>
            </a:r>
            <a:r>
              <a:rPr lang="en-US" dirty="0" err="1"/>
              <a:t>telekommunikatsiya</a:t>
            </a:r>
            <a:r>
              <a:rPr lang="en-US" dirty="0"/>
              <a:t> </a:t>
            </a:r>
            <a:r>
              <a:rPr lang="en-US" dirty="0" err="1"/>
              <a:t>qurilmasidir</a:t>
            </a:r>
            <a:r>
              <a:rPr lang="en-US" dirty="0"/>
              <a:t>. U magistral </a:t>
            </a:r>
            <a:r>
              <a:rPr lang="en-US" dirty="0" err="1"/>
              <a:t>kabel</a:t>
            </a:r>
            <a:r>
              <a:rPr lang="en-US" dirty="0"/>
              <a:t> </a:t>
            </a:r>
            <a:r>
              <a:rPr lang="en-US" dirty="0" err="1"/>
              <a:t>bilan</a:t>
            </a:r>
            <a:r>
              <a:rPr lang="en-US" dirty="0"/>
              <a:t> </a:t>
            </a:r>
            <a:r>
              <a:rPr lang="en-US" dirty="0" err="1"/>
              <a:t>abonentlarga</a:t>
            </a:r>
            <a:r>
              <a:rPr lang="en-US" dirty="0"/>
              <a:t> </a:t>
            </a:r>
            <a:r>
              <a:rPr lang="en-US" dirty="0" err="1"/>
              <a:t>ketadigan</a:t>
            </a:r>
            <a:r>
              <a:rPr lang="en-US" dirty="0"/>
              <a:t> </a:t>
            </a:r>
            <a:r>
              <a:rPr lang="en-US" dirty="0" err="1"/>
              <a:t>taqsimlash</a:t>
            </a:r>
            <a:r>
              <a:rPr lang="en-US" dirty="0"/>
              <a:t> </a:t>
            </a:r>
            <a:r>
              <a:rPr lang="en-US" dirty="0" err="1"/>
              <a:t>kabellari</a:t>
            </a:r>
            <a:r>
              <a:rPr lang="en-US" dirty="0"/>
              <a:t> </a:t>
            </a:r>
            <a:r>
              <a:rPr lang="en-US" dirty="0" err="1"/>
              <a:t>orasidagi</a:t>
            </a:r>
            <a:r>
              <a:rPr lang="en-US" dirty="0"/>
              <a:t> </a:t>
            </a:r>
            <a:r>
              <a:rPr lang="en-US" dirty="0" err="1"/>
              <a:t>bog‘lovchi</a:t>
            </a:r>
            <a:r>
              <a:rPr lang="en-US" dirty="0"/>
              <a:t> nuqta </a:t>
            </a:r>
            <a:r>
              <a:rPr lang="en-US" dirty="0" err="1"/>
              <a:t>bo‘lib</a:t>
            </a:r>
            <a:r>
              <a:rPr lang="en-US" dirty="0"/>
              <a:t> </a:t>
            </a:r>
            <a:r>
              <a:rPr lang="en-US" dirty="0" err="1"/>
              <a:t>xizmat</a:t>
            </a:r>
            <a:r>
              <a:rPr lang="en-US" dirty="0"/>
              <a:t> </a:t>
            </a:r>
            <a:r>
              <a:rPr lang="en-US" dirty="0" err="1"/>
              <a:t>qiladi</a:t>
            </a:r>
            <a:r>
              <a:rPr lang="en-US" dirty="0"/>
              <a:t>. </a:t>
            </a:r>
            <a:r>
              <a:rPr lang="en-US" dirty="0" err="1"/>
              <a:t>OTSh</a:t>
            </a:r>
            <a:r>
              <a:rPr lang="en-US" dirty="0"/>
              <a:t> </a:t>
            </a:r>
            <a:r>
              <a:rPr lang="en-US" dirty="0" err="1"/>
              <a:t>yordamida</a:t>
            </a:r>
            <a:r>
              <a:rPr lang="en-US" dirty="0"/>
              <a:t> </a:t>
            </a:r>
            <a:r>
              <a:rPr lang="en-US" dirty="0" err="1"/>
              <a:t>katta</a:t>
            </a:r>
            <a:r>
              <a:rPr lang="en-US" dirty="0"/>
              <a:t> </a:t>
            </a:r>
            <a:r>
              <a:rPr lang="en-US" dirty="0" err="1"/>
              <a:t>sig‘imli</a:t>
            </a:r>
            <a:r>
              <a:rPr lang="en-US" dirty="0"/>
              <a:t> magistral </a:t>
            </a:r>
            <a:r>
              <a:rPr lang="en-US" dirty="0" err="1"/>
              <a:t>optik</a:t>
            </a:r>
            <a:r>
              <a:rPr lang="en-US" dirty="0"/>
              <a:t> </a:t>
            </a:r>
            <a:r>
              <a:rPr lang="en-US" dirty="0" err="1"/>
              <a:t>kabel</a:t>
            </a:r>
            <a:r>
              <a:rPr lang="en-US" dirty="0"/>
              <a:t> </a:t>
            </a:r>
            <a:r>
              <a:rPr lang="en-US" dirty="0" err="1"/>
              <a:t>bir</a:t>
            </a:r>
            <a:r>
              <a:rPr lang="en-US" dirty="0"/>
              <a:t> </a:t>
            </a:r>
            <a:r>
              <a:rPr lang="en-US" dirty="0" err="1"/>
              <a:t>nechta</a:t>
            </a:r>
            <a:r>
              <a:rPr lang="en-US" dirty="0"/>
              <a:t> </a:t>
            </a:r>
            <a:r>
              <a:rPr lang="en-US" dirty="0" err="1"/>
              <a:t>kichik</a:t>
            </a:r>
            <a:r>
              <a:rPr lang="en-US" dirty="0"/>
              <a:t> </a:t>
            </a:r>
            <a:r>
              <a:rPr lang="en-US" dirty="0" err="1"/>
              <a:t>kabellarga</a:t>
            </a:r>
            <a:r>
              <a:rPr lang="en-US" dirty="0"/>
              <a:t> </a:t>
            </a:r>
            <a:r>
              <a:rPr lang="en-US" dirty="0" err="1"/>
              <a:t>ajratilib</a:t>
            </a:r>
            <a:r>
              <a:rPr lang="en-US" dirty="0"/>
              <a:t>, </a:t>
            </a:r>
            <a:r>
              <a:rPr lang="en-US" dirty="0" err="1"/>
              <a:t>abonentlarga</a:t>
            </a:r>
            <a:r>
              <a:rPr lang="en-US" dirty="0"/>
              <a:t> </a:t>
            </a:r>
            <a:r>
              <a:rPr lang="en-US" dirty="0" err="1"/>
              <a:t>yetkaziladi</a:t>
            </a:r>
            <a:r>
              <a:rPr lang="en-US" dirty="0"/>
              <a:t>. </a:t>
            </a:r>
            <a:r>
              <a:rPr lang="en-US" dirty="0" err="1"/>
              <a:t>OTSh</a:t>
            </a:r>
            <a:r>
              <a:rPr lang="en-US" dirty="0"/>
              <a:t> </a:t>
            </a:r>
            <a:r>
              <a:rPr lang="en-US" dirty="0" err="1"/>
              <a:t>ning</a:t>
            </a:r>
            <a:r>
              <a:rPr lang="en-US" dirty="0"/>
              <a:t> </a:t>
            </a:r>
            <a:r>
              <a:rPr lang="en-US" dirty="0" err="1"/>
              <a:t>asosiy</a:t>
            </a:r>
            <a:r>
              <a:rPr lang="en-US" dirty="0"/>
              <a:t> </a:t>
            </a:r>
            <a:r>
              <a:rPr lang="en-US" dirty="0" err="1"/>
              <a:t>vazifalari</a:t>
            </a:r>
            <a:r>
              <a:rPr lang="en-US" dirty="0"/>
              <a:t> </a:t>
            </a:r>
            <a:r>
              <a:rPr lang="en-US" dirty="0" err="1"/>
              <a:t>optik</a:t>
            </a:r>
            <a:r>
              <a:rPr lang="en-US" dirty="0"/>
              <a:t> </a:t>
            </a:r>
            <a:r>
              <a:rPr lang="en-US" dirty="0" err="1"/>
              <a:t>tolalarni</a:t>
            </a:r>
            <a:r>
              <a:rPr lang="en-US" dirty="0"/>
              <a:t> </a:t>
            </a:r>
            <a:r>
              <a:rPr lang="en-US" dirty="0" err="1"/>
              <a:t>ulash</a:t>
            </a:r>
            <a:r>
              <a:rPr lang="en-US" dirty="0"/>
              <a:t> </a:t>
            </a:r>
            <a:r>
              <a:rPr lang="en-US" dirty="0" err="1"/>
              <a:t>va</a:t>
            </a:r>
            <a:r>
              <a:rPr lang="en-US" dirty="0"/>
              <a:t> </a:t>
            </a:r>
            <a:r>
              <a:rPr lang="en-US" dirty="0" err="1"/>
              <a:t>kommutatsiya</a:t>
            </a:r>
            <a:r>
              <a:rPr lang="en-US" dirty="0"/>
              <a:t> </a:t>
            </a:r>
            <a:r>
              <a:rPr lang="en-US" dirty="0" err="1"/>
              <a:t>qilish</a:t>
            </a:r>
            <a:r>
              <a:rPr lang="en-US" dirty="0"/>
              <a:t>, </a:t>
            </a:r>
            <a:r>
              <a:rPr lang="en-US" dirty="0" err="1"/>
              <a:t>optik</a:t>
            </a:r>
            <a:r>
              <a:rPr lang="en-US" dirty="0"/>
              <a:t> </a:t>
            </a:r>
            <a:r>
              <a:rPr lang="en-US" dirty="0" err="1"/>
              <a:t>splitterlarni</a:t>
            </a:r>
            <a:r>
              <a:rPr lang="en-US" dirty="0"/>
              <a:t> </a:t>
            </a:r>
            <a:r>
              <a:rPr lang="en-US" dirty="0" err="1"/>
              <a:t>joylashtirish</a:t>
            </a:r>
            <a:r>
              <a:rPr lang="en-US" dirty="0"/>
              <a:t>, </a:t>
            </a:r>
            <a:r>
              <a:rPr lang="en-US" dirty="0" err="1"/>
              <a:t>tarmoqni</a:t>
            </a:r>
            <a:r>
              <a:rPr lang="en-US" dirty="0"/>
              <a:t> </a:t>
            </a:r>
            <a:r>
              <a:rPr lang="en-US" dirty="0" err="1"/>
              <a:t>tekshirish</a:t>
            </a:r>
            <a:r>
              <a:rPr lang="en-US" dirty="0"/>
              <a:t> </a:t>
            </a:r>
            <a:r>
              <a:rPr lang="en-US" dirty="0" err="1"/>
              <a:t>va</a:t>
            </a:r>
            <a:r>
              <a:rPr lang="en-US" dirty="0"/>
              <a:t> </a:t>
            </a:r>
            <a:r>
              <a:rPr lang="en-US" dirty="0" err="1"/>
              <a:t>nosozliklarni</a:t>
            </a:r>
            <a:r>
              <a:rPr lang="en-US" dirty="0"/>
              <a:t> </a:t>
            </a:r>
            <a:r>
              <a:rPr lang="en-US" dirty="0" err="1"/>
              <a:t>aniqlashdan</a:t>
            </a:r>
            <a:r>
              <a:rPr lang="en-US" dirty="0"/>
              <a:t> </a:t>
            </a:r>
            <a:r>
              <a:rPr lang="en-US" dirty="0" err="1"/>
              <a:t>iborat</a:t>
            </a:r>
            <a:r>
              <a:rPr lang="en-US" dirty="0"/>
              <a:t>. </a:t>
            </a:r>
            <a:r>
              <a:rPr lang="en-US" dirty="0" err="1"/>
              <a:t>OTSh</a:t>
            </a:r>
            <a:r>
              <a:rPr lang="en-US" dirty="0"/>
              <a:t> </a:t>
            </a:r>
            <a:r>
              <a:rPr lang="en-US" dirty="0" err="1"/>
              <a:t>ichida</a:t>
            </a:r>
            <a:r>
              <a:rPr lang="en-US" dirty="0"/>
              <a:t> </a:t>
            </a:r>
            <a:r>
              <a:rPr lang="en-US" dirty="0" err="1"/>
              <a:t>optik</a:t>
            </a:r>
            <a:r>
              <a:rPr lang="en-US" dirty="0"/>
              <a:t> </a:t>
            </a:r>
            <a:r>
              <a:rPr lang="en-US" dirty="0" err="1"/>
              <a:t>tolalarni</a:t>
            </a:r>
            <a:r>
              <a:rPr lang="en-US" dirty="0"/>
              <a:t> </a:t>
            </a:r>
            <a:r>
              <a:rPr lang="en-US" dirty="0" err="1"/>
              <a:t>ulash</a:t>
            </a:r>
            <a:r>
              <a:rPr lang="en-US" dirty="0"/>
              <a:t> </a:t>
            </a:r>
            <a:r>
              <a:rPr lang="en-US" dirty="0" err="1"/>
              <a:t>uchun</a:t>
            </a:r>
            <a:r>
              <a:rPr lang="en-US" dirty="0"/>
              <a:t> </a:t>
            </a:r>
            <a:r>
              <a:rPr lang="en-US" dirty="0" err="1"/>
              <a:t>kasseta</a:t>
            </a:r>
            <a:r>
              <a:rPr lang="en-US" dirty="0"/>
              <a:t>, </a:t>
            </a:r>
            <a:r>
              <a:rPr lang="en-US" dirty="0" err="1"/>
              <a:t>payvand</a:t>
            </a:r>
            <a:r>
              <a:rPr lang="en-US" dirty="0"/>
              <a:t> </a:t>
            </a:r>
            <a:r>
              <a:rPr lang="en-US" dirty="0" err="1"/>
              <a:t>joylari</a:t>
            </a:r>
            <a:r>
              <a:rPr lang="en-US" dirty="0"/>
              <a:t>, pigtail </a:t>
            </a:r>
            <a:r>
              <a:rPr lang="en-US" dirty="0" err="1"/>
              <a:t>va</a:t>
            </a:r>
            <a:r>
              <a:rPr lang="en-US" dirty="0"/>
              <a:t> patch-</a:t>
            </a:r>
            <a:r>
              <a:rPr lang="en-US" dirty="0" err="1"/>
              <a:t>kordlar</a:t>
            </a:r>
            <a:r>
              <a:rPr lang="en-US" dirty="0"/>
              <a:t> </a:t>
            </a:r>
            <a:r>
              <a:rPr lang="en-US" dirty="0" err="1"/>
              <a:t>joylashtiriladi</a:t>
            </a:r>
            <a:r>
              <a:rPr lang="en-US" dirty="0"/>
              <a:t>. </a:t>
            </a:r>
            <a:r>
              <a:rPr lang="en-US" dirty="0" err="1"/>
              <a:t>Tolalar</a:t>
            </a:r>
            <a:r>
              <a:rPr lang="en-US" dirty="0"/>
              <a:t> </a:t>
            </a:r>
            <a:r>
              <a:rPr lang="en-US" dirty="0" err="1"/>
              <a:t>odatda</a:t>
            </a:r>
            <a:r>
              <a:rPr lang="en-US" dirty="0"/>
              <a:t> </a:t>
            </a:r>
            <a:r>
              <a:rPr lang="en-US" dirty="0" err="1"/>
              <a:t>payvandlash</a:t>
            </a:r>
            <a:r>
              <a:rPr lang="en-US" dirty="0"/>
              <a:t> </a:t>
            </a:r>
            <a:r>
              <a:rPr lang="en-US" dirty="0" err="1"/>
              <a:t>usuli</a:t>
            </a:r>
            <a:r>
              <a:rPr lang="en-US" dirty="0"/>
              <a:t> </a:t>
            </a:r>
            <a:r>
              <a:rPr lang="en-US" dirty="0" err="1"/>
              <a:t>bilan</a:t>
            </a:r>
            <a:r>
              <a:rPr lang="en-US" dirty="0"/>
              <a:t> </a:t>
            </a:r>
            <a:r>
              <a:rPr lang="en-US" dirty="0" err="1"/>
              <a:t>ulanadi</a:t>
            </a:r>
            <a:r>
              <a:rPr lang="en-US" dirty="0"/>
              <a:t> </a:t>
            </a:r>
            <a:r>
              <a:rPr lang="en-US" dirty="0" err="1"/>
              <a:t>va</a:t>
            </a:r>
            <a:r>
              <a:rPr lang="en-US" dirty="0"/>
              <a:t> </a:t>
            </a:r>
            <a:r>
              <a:rPr lang="en-US" dirty="0" err="1"/>
              <a:t>ulanish</a:t>
            </a:r>
            <a:r>
              <a:rPr lang="en-US" dirty="0"/>
              <a:t> </a:t>
            </a:r>
            <a:r>
              <a:rPr lang="en-US" dirty="0" err="1"/>
              <a:t>joylari</a:t>
            </a:r>
            <a:r>
              <a:rPr lang="en-US" dirty="0"/>
              <a:t> </a:t>
            </a:r>
            <a:r>
              <a:rPr lang="en-US" dirty="0" err="1"/>
              <a:t>himoya</a:t>
            </a:r>
            <a:r>
              <a:rPr lang="en-US" dirty="0"/>
              <a:t> </a:t>
            </a:r>
            <a:r>
              <a:rPr lang="en-US" dirty="0" err="1"/>
              <a:t>gilzalari</a:t>
            </a:r>
            <a:r>
              <a:rPr lang="en-US" dirty="0"/>
              <a:t> </a:t>
            </a:r>
            <a:r>
              <a:rPr lang="en-US" dirty="0" err="1"/>
              <a:t>bilan</a:t>
            </a:r>
            <a:r>
              <a:rPr lang="en-US" dirty="0"/>
              <a:t> </a:t>
            </a:r>
            <a:r>
              <a:rPr lang="en-US" dirty="0" err="1"/>
              <a:t>himoyalanadi</a:t>
            </a:r>
            <a:r>
              <a:rPr lang="en-US" dirty="0"/>
              <a:t>. </a:t>
            </a:r>
            <a:r>
              <a:rPr lang="en-US" dirty="0" err="1"/>
              <a:t>OTSh</a:t>
            </a:r>
            <a:r>
              <a:rPr lang="en-US" dirty="0"/>
              <a:t> </a:t>
            </a:r>
            <a:r>
              <a:rPr lang="en-US" dirty="0" err="1"/>
              <a:t>korpusi</a:t>
            </a:r>
            <a:r>
              <a:rPr lang="en-US" dirty="0"/>
              <a:t> </a:t>
            </a:r>
            <a:r>
              <a:rPr lang="en-US" dirty="0" err="1"/>
              <a:t>metall</a:t>
            </a:r>
            <a:r>
              <a:rPr lang="en-US" dirty="0"/>
              <a:t> </a:t>
            </a:r>
            <a:r>
              <a:rPr lang="en-US" dirty="0" err="1"/>
              <a:t>yoki</a:t>
            </a:r>
            <a:r>
              <a:rPr lang="en-US" dirty="0"/>
              <a:t> </a:t>
            </a:r>
            <a:r>
              <a:rPr lang="en-US" dirty="0" err="1"/>
              <a:t>mustahkam</a:t>
            </a:r>
            <a:r>
              <a:rPr lang="en-US" dirty="0"/>
              <a:t> </a:t>
            </a:r>
            <a:r>
              <a:rPr lang="en-US" dirty="0" err="1"/>
              <a:t>plastikdan</a:t>
            </a:r>
            <a:r>
              <a:rPr lang="en-US" dirty="0"/>
              <a:t> </a:t>
            </a:r>
            <a:r>
              <a:rPr lang="en-US" dirty="0" err="1"/>
              <a:t>tayyorlanadi</a:t>
            </a:r>
            <a:r>
              <a:rPr lang="en-US" dirty="0"/>
              <a:t> </a:t>
            </a:r>
            <a:r>
              <a:rPr lang="en-US" dirty="0" err="1"/>
              <a:t>va</a:t>
            </a:r>
            <a:r>
              <a:rPr lang="en-US" dirty="0"/>
              <a:t> </a:t>
            </a:r>
            <a:r>
              <a:rPr lang="en-US" dirty="0" err="1"/>
              <a:t>tashqi</a:t>
            </a:r>
            <a:r>
              <a:rPr lang="en-US" dirty="0"/>
              <a:t> </a:t>
            </a:r>
            <a:r>
              <a:rPr lang="en-US" dirty="0" err="1"/>
              <a:t>muhit</a:t>
            </a:r>
            <a:r>
              <a:rPr lang="en-US" dirty="0"/>
              <a:t> </a:t>
            </a:r>
            <a:r>
              <a:rPr lang="en-US" dirty="0" err="1"/>
              <a:t>ta’siridan</a:t>
            </a:r>
            <a:r>
              <a:rPr lang="en-US" dirty="0"/>
              <a:t> </a:t>
            </a:r>
            <a:r>
              <a:rPr lang="en-US" dirty="0" err="1"/>
              <a:t>himoyalangan</a:t>
            </a:r>
            <a:r>
              <a:rPr lang="en-US" dirty="0"/>
              <a:t> </a:t>
            </a:r>
            <a:r>
              <a:rPr lang="en-US" dirty="0" err="1"/>
              <a:t>bo‘ladi</a:t>
            </a:r>
            <a:r>
              <a:rPr lang="en-US" dirty="0"/>
              <a:t>. U bino </a:t>
            </a:r>
            <a:r>
              <a:rPr lang="en-US" dirty="0" err="1"/>
              <a:t>ichida</a:t>
            </a:r>
            <a:r>
              <a:rPr lang="en-US" dirty="0"/>
              <a:t> </a:t>
            </a:r>
            <a:r>
              <a:rPr lang="en-US" dirty="0" err="1"/>
              <a:t>yoki</a:t>
            </a:r>
            <a:r>
              <a:rPr lang="en-US" dirty="0"/>
              <a:t> </a:t>
            </a:r>
            <a:r>
              <a:rPr lang="en-US" dirty="0" err="1"/>
              <a:t>ko‘chada</a:t>
            </a:r>
            <a:r>
              <a:rPr lang="en-US" dirty="0"/>
              <a:t> </a:t>
            </a:r>
            <a:r>
              <a:rPr lang="en-US" dirty="0" err="1"/>
              <a:t>o‘rnatilishi</a:t>
            </a:r>
            <a:r>
              <a:rPr lang="en-US" dirty="0"/>
              <a:t> </a:t>
            </a:r>
            <a:r>
              <a:rPr lang="en-US" dirty="0" err="1"/>
              <a:t>mumkin</a:t>
            </a:r>
            <a:r>
              <a:rPr lang="en-US" dirty="0"/>
              <a:t>. </a:t>
            </a:r>
            <a:r>
              <a:rPr lang="en-US" dirty="0" err="1"/>
              <a:t>OTSh</a:t>
            </a:r>
            <a:r>
              <a:rPr lang="en-US" dirty="0"/>
              <a:t> </a:t>
            </a:r>
            <a:r>
              <a:rPr lang="en-US" dirty="0" err="1"/>
              <a:t>ning</a:t>
            </a:r>
            <a:r>
              <a:rPr lang="en-US" dirty="0"/>
              <a:t> </a:t>
            </a:r>
            <a:r>
              <a:rPr lang="en-US" dirty="0" err="1"/>
              <a:t>muhim</a:t>
            </a:r>
            <a:r>
              <a:rPr lang="en-US" dirty="0"/>
              <a:t> </a:t>
            </a:r>
            <a:r>
              <a:rPr lang="en-US" dirty="0" err="1"/>
              <a:t>qismi</a:t>
            </a:r>
            <a:r>
              <a:rPr lang="en-US" dirty="0"/>
              <a:t> splitter </a:t>
            </a:r>
            <a:r>
              <a:rPr lang="en-US" dirty="0" err="1"/>
              <a:t>bo‘lib</a:t>
            </a:r>
            <a:r>
              <a:rPr lang="en-US" dirty="0"/>
              <a:t>, u </a:t>
            </a:r>
            <a:r>
              <a:rPr lang="en-US" dirty="0" err="1"/>
              <a:t>optik</a:t>
            </a:r>
            <a:r>
              <a:rPr lang="en-US" dirty="0"/>
              <a:t> </a:t>
            </a:r>
            <a:r>
              <a:rPr lang="en-US" dirty="0" err="1"/>
              <a:t>signalni</a:t>
            </a:r>
            <a:r>
              <a:rPr lang="en-US" dirty="0"/>
              <a:t> </a:t>
            </a:r>
            <a:r>
              <a:rPr lang="en-US" dirty="0" err="1"/>
              <a:t>bir</a:t>
            </a:r>
            <a:r>
              <a:rPr lang="en-US" dirty="0"/>
              <a:t> </a:t>
            </a:r>
            <a:r>
              <a:rPr lang="en-US" dirty="0" err="1"/>
              <a:t>nechta</a:t>
            </a:r>
            <a:r>
              <a:rPr lang="en-US" dirty="0"/>
              <a:t> </a:t>
            </a:r>
            <a:r>
              <a:rPr lang="en-US" dirty="0" err="1"/>
              <a:t>yo‘nalishga</a:t>
            </a:r>
            <a:r>
              <a:rPr lang="en-US" dirty="0"/>
              <a:t> </a:t>
            </a:r>
            <a:r>
              <a:rPr lang="en-US" dirty="0" err="1"/>
              <a:t>bo‘lib</a:t>
            </a:r>
            <a:r>
              <a:rPr lang="en-US" dirty="0"/>
              <a:t> </a:t>
            </a:r>
            <a:r>
              <a:rPr lang="en-US" dirty="0" err="1"/>
              <a:t>beradi</a:t>
            </a:r>
            <a:r>
              <a:rPr lang="en-US" dirty="0"/>
              <a:t>. </a:t>
            </a:r>
            <a:r>
              <a:rPr lang="en-US" dirty="0" err="1"/>
              <a:t>Masalan</a:t>
            </a:r>
            <a:r>
              <a:rPr lang="en-US" dirty="0"/>
              <a:t>, </a:t>
            </a:r>
            <a:r>
              <a:rPr lang="en-US" dirty="0" err="1"/>
              <a:t>bitta</a:t>
            </a:r>
            <a:r>
              <a:rPr lang="en-US" dirty="0"/>
              <a:t> </a:t>
            </a:r>
            <a:r>
              <a:rPr lang="en-US" dirty="0" err="1"/>
              <a:t>tolani</a:t>
            </a:r>
            <a:r>
              <a:rPr lang="en-US" dirty="0"/>
              <a:t> 1:8, 1:16, 1:32 </a:t>
            </a:r>
            <a:r>
              <a:rPr lang="en-US" dirty="0" err="1"/>
              <a:t>yoki</a:t>
            </a:r>
            <a:r>
              <a:rPr lang="en-US" dirty="0"/>
              <a:t> 1:64 </a:t>
            </a:r>
            <a:r>
              <a:rPr lang="en-US" dirty="0" err="1"/>
              <a:t>abonentga</a:t>
            </a:r>
            <a:r>
              <a:rPr lang="en-US" dirty="0"/>
              <a:t> </a:t>
            </a:r>
            <a:r>
              <a:rPr lang="en-US" dirty="0" err="1"/>
              <a:t>taqsimlash</a:t>
            </a:r>
            <a:r>
              <a:rPr lang="en-US" dirty="0"/>
              <a:t> </a:t>
            </a:r>
            <a:r>
              <a:rPr lang="en-US" dirty="0" err="1"/>
              <a:t>mumkin</a:t>
            </a:r>
            <a:r>
              <a:rPr lang="en-US" dirty="0"/>
              <a:t>. PON </a:t>
            </a:r>
            <a:r>
              <a:rPr lang="en-US" dirty="0" err="1"/>
              <a:t>tarmoqlarida</a:t>
            </a:r>
            <a:r>
              <a:rPr lang="en-US" dirty="0"/>
              <a:t> </a:t>
            </a:r>
            <a:r>
              <a:rPr lang="en-US" dirty="0" err="1"/>
              <a:t>ko‘pincha</a:t>
            </a:r>
            <a:r>
              <a:rPr lang="en-US" dirty="0"/>
              <a:t> 1:64 splitter </a:t>
            </a:r>
            <a:r>
              <a:rPr lang="en-US" dirty="0" err="1"/>
              <a:t>ishlatiladi</a:t>
            </a:r>
            <a:r>
              <a:rPr lang="en-US" dirty="0"/>
              <a:t>. </a:t>
            </a:r>
            <a:r>
              <a:rPr lang="en-US" dirty="0" err="1"/>
              <a:t>OTSh</a:t>
            </a:r>
            <a:r>
              <a:rPr lang="en-US" dirty="0"/>
              <a:t> </a:t>
            </a:r>
            <a:r>
              <a:rPr lang="en-US" dirty="0" err="1"/>
              <a:t>sig‘imiga</a:t>
            </a:r>
            <a:r>
              <a:rPr lang="en-US" dirty="0"/>
              <a:t> </a:t>
            </a:r>
            <a:r>
              <a:rPr lang="en-US" dirty="0" err="1"/>
              <a:t>qarab</a:t>
            </a:r>
            <a:r>
              <a:rPr lang="en-US" dirty="0"/>
              <a:t> </a:t>
            </a:r>
            <a:r>
              <a:rPr lang="en-US" dirty="0" err="1"/>
              <a:t>kichik</a:t>
            </a:r>
            <a:r>
              <a:rPr lang="en-US" dirty="0"/>
              <a:t> (120 </a:t>
            </a:r>
            <a:r>
              <a:rPr lang="en-US" dirty="0" err="1"/>
              <a:t>abonentgacha</a:t>
            </a:r>
            <a:r>
              <a:rPr lang="en-US" dirty="0"/>
              <a:t>), </a:t>
            </a:r>
            <a:r>
              <a:rPr lang="en-US" dirty="0" err="1"/>
              <a:t>o‘rta</a:t>
            </a:r>
            <a:r>
              <a:rPr lang="en-US" dirty="0"/>
              <a:t> (600 </a:t>
            </a:r>
            <a:r>
              <a:rPr lang="en-US" dirty="0" err="1"/>
              <a:t>abonentgacha</a:t>
            </a:r>
            <a:r>
              <a:rPr lang="en-US" dirty="0"/>
              <a:t>) </a:t>
            </a:r>
            <a:r>
              <a:rPr lang="en-US" dirty="0" err="1"/>
              <a:t>va</a:t>
            </a:r>
            <a:r>
              <a:rPr lang="en-US" dirty="0"/>
              <a:t> </a:t>
            </a:r>
            <a:r>
              <a:rPr lang="en-US" dirty="0" err="1"/>
              <a:t>katta</a:t>
            </a:r>
            <a:r>
              <a:rPr lang="en-US" dirty="0"/>
              <a:t> (600 dan </a:t>
            </a:r>
            <a:r>
              <a:rPr lang="en-US" dirty="0" err="1"/>
              <a:t>ortiq</a:t>
            </a:r>
            <a:r>
              <a:rPr lang="en-US" dirty="0"/>
              <a:t> </a:t>
            </a:r>
            <a:r>
              <a:rPr lang="en-US" dirty="0" err="1"/>
              <a:t>abonent</a:t>
            </a:r>
            <a:r>
              <a:rPr lang="en-US" dirty="0"/>
              <a:t>) </a:t>
            </a:r>
            <a:r>
              <a:rPr lang="en-US" dirty="0" err="1"/>
              <a:t>turlarga</a:t>
            </a:r>
            <a:r>
              <a:rPr lang="en-US" dirty="0"/>
              <a:t> </a:t>
            </a:r>
            <a:r>
              <a:rPr lang="en-US" dirty="0" err="1"/>
              <a:t>bo‘linadi</a:t>
            </a:r>
            <a:r>
              <a:rPr lang="en-US" dirty="0"/>
              <a:t>. </a:t>
            </a:r>
            <a:r>
              <a:rPr lang="en-US" dirty="0" err="1"/>
              <a:t>OTSh</a:t>
            </a:r>
            <a:r>
              <a:rPr lang="en-US" dirty="0"/>
              <a:t> </a:t>
            </a:r>
            <a:r>
              <a:rPr lang="en-US" dirty="0" err="1"/>
              <a:t>ni</a:t>
            </a:r>
            <a:r>
              <a:rPr lang="en-US" dirty="0"/>
              <a:t> </a:t>
            </a:r>
            <a:r>
              <a:rPr lang="en-US" dirty="0" err="1"/>
              <a:t>loyihalashda</a:t>
            </a:r>
            <a:r>
              <a:rPr lang="en-US" dirty="0"/>
              <a:t> </a:t>
            </a:r>
            <a:r>
              <a:rPr lang="en-US" dirty="0" err="1"/>
              <a:t>kelajakda</a:t>
            </a:r>
            <a:r>
              <a:rPr lang="en-US" dirty="0"/>
              <a:t> </a:t>
            </a:r>
            <a:r>
              <a:rPr lang="en-US" dirty="0" err="1"/>
              <a:t>tarmoqni</a:t>
            </a:r>
            <a:r>
              <a:rPr lang="en-US" dirty="0"/>
              <a:t> </a:t>
            </a:r>
            <a:r>
              <a:rPr lang="en-US" dirty="0" err="1"/>
              <a:t>kengaytirish</a:t>
            </a:r>
            <a:r>
              <a:rPr lang="en-US" dirty="0"/>
              <a:t> </a:t>
            </a:r>
            <a:r>
              <a:rPr lang="en-US" dirty="0" err="1"/>
              <a:t>uchun</a:t>
            </a:r>
            <a:r>
              <a:rPr lang="en-US" dirty="0"/>
              <a:t> </a:t>
            </a:r>
            <a:r>
              <a:rPr lang="en-US" dirty="0" err="1"/>
              <a:t>zahira</a:t>
            </a:r>
            <a:r>
              <a:rPr lang="en-US" dirty="0"/>
              <a:t> port </a:t>
            </a:r>
            <a:r>
              <a:rPr lang="en-US" dirty="0" err="1"/>
              <a:t>va</a:t>
            </a:r>
            <a:r>
              <a:rPr lang="en-US" dirty="0"/>
              <a:t> </a:t>
            </a:r>
            <a:r>
              <a:rPr lang="en-US" dirty="0" err="1"/>
              <a:t>tolalar</a:t>
            </a:r>
            <a:r>
              <a:rPr lang="en-US" dirty="0"/>
              <a:t> ham </a:t>
            </a:r>
            <a:r>
              <a:rPr lang="en-US" dirty="0" err="1"/>
              <a:t>qoldiriladi</a:t>
            </a:r>
            <a:r>
              <a:rPr lang="en-US" dirty="0"/>
              <a:t>.</a:t>
            </a:r>
          </a:p>
          <a:p>
            <a:endParaRPr lang="ru-RU" dirty="0"/>
          </a:p>
        </p:txBody>
      </p:sp>
    </p:spTree>
    <p:extLst>
      <p:ext uri="{BB962C8B-B14F-4D97-AF65-F5344CB8AC3E}">
        <p14:creationId xmlns:p14="http://schemas.microsoft.com/office/powerpoint/2010/main" val="1762121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8E8836D-52C2-4DCA-930B-AEF6FFD957E8}"/>
              </a:ext>
            </a:extLst>
          </p:cNvPr>
          <p:cNvSpPr>
            <a:spLocks noGrp="1"/>
          </p:cNvSpPr>
          <p:nvPr>
            <p:ph idx="1"/>
          </p:nvPr>
        </p:nvSpPr>
        <p:spPr>
          <a:xfrm>
            <a:off x="677333" y="326571"/>
            <a:ext cx="10393437" cy="5714791"/>
          </a:xfrm>
        </p:spPr>
        <p:txBody>
          <a:bodyPr/>
          <a:lstStyle/>
          <a:p>
            <a:r>
              <a:rPr lang="en-US" b="1" dirty="0" err="1"/>
              <a:t>Optik</a:t>
            </a:r>
            <a:r>
              <a:rPr lang="en-US" b="1" dirty="0"/>
              <a:t> </a:t>
            </a:r>
            <a:r>
              <a:rPr lang="en-US" b="1" dirty="0" err="1"/>
              <a:t>taqsimlash</a:t>
            </a:r>
            <a:r>
              <a:rPr lang="en-US" b="1" dirty="0"/>
              <a:t> </a:t>
            </a:r>
            <a:r>
              <a:rPr lang="en-US" b="1" dirty="0" err="1"/>
              <a:t>shkafi</a:t>
            </a:r>
            <a:r>
              <a:rPr lang="en-US" b="1" dirty="0"/>
              <a:t> (Optical Distribution Cabinet)</a:t>
            </a:r>
          </a:p>
          <a:p>
            <a:pPr algn="just"/>
            <a:r>
              <a:rPr lang="en-US" dirty="0" err="1"/>
              <a:t>Optik</a:t>
            </a:r>
            <a:r>
              <a:rPr lang="en-US" dirty="0"/>
              <a:t> </a:t>
            </a:r>
            <a:r>
              <a:rPr lang="en-US" dirty="0" err="1"/>
              <a:t>tarmoq</a:t>
            </a:r>
            <a:r>
              <a:rPr lang="en-US" dirty="0"/>
              <a:t> </a:t>
            </a:r>
            <a:r>
              <a:rPr lang="en-US" dirty="0" err="1"/>
              <a:t>faqat</a:t>
            </a:r>
            <a:r>
              <a:rPr lang="en-US" dirty="0"/>
              <a:t> </a:t>
            </a:r>
            <a:r>
              <a:rPr lang="en-US" dirty="0" err="1"/>
              <a:t>stansiya</a:t>
            </a:r>
            <a:r>
              <a:rPr lang="en-US" dirty="0"/>
              <a:t> </a:t>
            </a:r>
            <a:r>
              <a:rPr lang="en-US" dirty="0" err="1"/>
              <a:t>ichida</a:t>
            </a:r>
            <a:r>
              <a:rPr lang="en-US" dirty="0"/>
              <a:t> </a:t>
            </a:r>
            <a:r>
              <a:rPr lang="en-US" dirty="0" err="1"/>
              <a:t>emas</a:t>
            </a:r>
            <a:r>
              <a:rPr lang="en-US" dirty="0"/>
              <a:t>, </a:t>
            </a:r>
            <a:r>
              <a:rPr lang="en-US" dirty="0" err="1"/>
              <a:t>balki</a:t>
            </a:r>
            <a:r>
              <a:rPr lang="en-US" dirty="0"/>
              <a:t> </a:t>
            </a:r>
            <a:r>
              <a:rPr lang="en-US" dirty="0" err="1"/>
              <a:t>tashqi</a:t>
            </a:r>
            <a:r>
              <a:rPr lang="en-US" dirty="0"/>
              <a:t> </a:t>
            </a:r>
            <a:r>
              <a:rPr lang="en-US" dirty="0" err="1"/>
              <a:t>hududlarda</a:t>
            </a:r>
            <a:r>
              <a:rPr lang="en-US" dirty="0"/>
              <a:t> ham </a:t>
            </a:r>
            <a:r>
              <a:rPr lang="en-US" dirty="0" err="1"/>
              <a:t>taqsimlanadi</a:t>
            </a:r>
            <a:r>
              <a:rPr lang="en-US" dirty="0"/>
              <a:t>. Shu </a:t>
            </a:r>
            <a:r>
              <a:rPr lang="en-US" dirty="0" err="1"/>
              <a:t>sababli</a:t>
            </a:r>
            <a:r>
              <a:rPr lang="en-US" dirty="0"/>
              <a:t> </a:t>
            </a:r>
            <a:r>
              <a:rPr lang="en-US" b="1" dirty="0" err="1"/>
              <a:t>optik</a:t>
            </a:r>
            <a:r>
              <a:rPr lang="en-US" b="1" dirty="0"/>
              <a:t> </a:t>
            </a:r>
            <a:r>
              <a:rPr lang="en-US" b="1" dirty="0" err="1"/>
              <a:t>taqsimlash</a:t>
            </a:r>
            <a:r>
              <a:rPr lang="en-US" b="1" dirty="0"/>
              <a:t> </a:t>
            </a:r>
            <a:r>
              <a:rPr lang="en-US" b="1" dirty="0" err="1"/>
              <a:t>shkaflari</a:t>
            </a:r>
            <a:r>
              <a:rPr lang="en-US" dirty="0"/>
              <a:t> </a:t>
            </a:r>
            <a:r>
              <a:rPr lang="en-US" dirty="0" err="1"/>
              <a:t>ishlatiladi</a:t>
            </a:r>
            <a:r>
              <a:rPr lang="en-US" dirty="0"/>
              <a:t>. Bu </a:t>
            </a:r>
            <a:r>
              <a:rPr lang="en-US" dirty="0" err="1"/>
              <a:t>qurilmalar</a:t>
            </a:r>
            <a:r>
              <a:rPr lang="en-US" dirty="0"/>
              <a:t> </a:t>
            </a:r>
            <a:r>
              <a:rPr lang="en-US" dirty="0" err="1"/>
              <a:t>ko‘pincha</a:t>
            </a:r>
            <a:r>
              <a:rPr lang="en-US" dirty="0"/>
              <a:t> </a:t>
            </a:r>
            <a:r>
              <a:rPr lang="en-US" dirty="0" err="1"/>
              <a:t>ko‘cha</a:t>
            </a:r>
            <a:r>
              <a:rPr lang="en-US" dirty="0"/>
              <a:t> </a:t>
            </a:r>
            <a:r>
              <a:rPr lang="en-US" dirty="0" err="1"/>
              <a:t>yoki</a:t>
            </a:r>
            <a:r>
              <a:rPr lang="en-US" dirty="0"/>
              <a:t> bino </a:t>
            </a:r>
            <a:r>
              <a:rPr lang="en-US" dirty="0" err="1"/>
              <a:t>ichida</a:t>
            </a:r>
            <a:r>
              <a:rPr lang="en-US" dirty="0"/>
              <a:t> </a:t>
            </a:r>
            <a:r>
              <a:rPr lang="en-US" dirty="0" err="1"/>
              <a:t>o‘rnatiladi</a:t>
            </a:r>
            <a:r>
              <a:rPr lang="en-US" dirty="0"/>
              <a:t> </a:t>
            </a:r>
            <a:r>
              <a:rPr lang="en-US" dirty="0" err="1"/>
              <a:t>va</a:t>
            </a:r>
            <a:r>
              <a:rPr lang="en-US" dirty="0"/>
              <a:t> magistral </a:t>
            </a:r>
            <a:r>
              <a:rPr lang="en-US" dirty="0" err="1"/>
              <a:t>kabeldan</a:t>
            </a:r>
            <a:r>
              <a:rPr lang="en-US" dirty="0"/>
              <a:t> </a:t>
            </a:r>
            <a:r>
              <a:rPr lang="en-US" dirty="0" err="1"/>
              <a:t>kelgan</a:t>
            </a:r>
            <a:r>
              <a:rPr lang="en-US" dirty="0"/>
              <a:t> </a:t>
            </a:r>
            <a:r>
              <a:rPr lang="en-US" dirty="0" err="1"/>
              <a:t>signalni</a:t>
            </a:r>
            <a:r>
              <a:rPr lang="en-US" dirty="0"/>
              <a:t> </a:t>
            </a:r>
            <a:r>
              <a:rPr lang="en-US" dirty="0" err="1"/>
              <a:t>abonentlarga</a:t>
            </a:r>
            <a:r>
              <a:rPr lang="en-US" dirty="0"/>
              <a:t> </a:t>
            </a:r>
            <a:r>
              <a:rPr lang="en-US" dirty="0" err="1"/>
              <a:t>taqsimlaydi</a:t>
            </a:r>
            <a:r>
              <a:rPr lang="en-US" dirty="0"/>
              <a:t>. </a:t>
            </a:r>
            <a:r>
              <a:rPr lang="en-US" dirty="0" err="1"/>
              <a:t>Taqsimlash</a:t>
            </a:r>
            <a:r>
              <a:rPr lang="en-US" dirty="0"/>
              <a:t> </a:t>
            </a:r>
            <a:r>
              <a:rPr lang="en-US" dirty="0" err="1"/>
              <a:t>jarayoni</a:t>
            </a:r>
            <a:r>
              <a:rPr lang="en-US" dirty="0"/>
              <a:t> </a:t>
            </a:r>
            <a:r>
              <a:rPr lang="en-US" dirty="0" err="1"/>
              <a:t>odatda</a:t>
            </a:r>
            <a:r>
              <a:rPr lang="en-US" dirty="0"/>
              <a:t> </a:t>
            </a:r>
            <a:r>
              <a:rPr lang="en-US" b="1" dirty="0" err="1"/>
              <a:t>splitterlar</a:t>
            </a:r>
            <a:r>
              <a:rPr lang="en-US" dirty="0"/>
              <a:t> </a:t>
            </a:r>
            <a:r>
              <a:rPr lang="en-US" dirty="0" err="1"/>
              <a:t>yordamida</a:t>
            </a:r>
            <a:r>
              <a:rPr lang="en-US" dirty="0"/>
              <a:t> </a:t>
            </a:r>
            <a:r>
              <a:rPr lang="en-US" dirty="0" err="1"/>
              <a:t>amalga</a:t>
            </a:r>
            <a:r>
              <a:rPr lang="en-US" dirty="0"/>
              <a:t> </a:t>
            </a:r>
            <a:r>
              <a:rPr lang="en-US" dirty="0" err="1"/>
              <a:t>oshiriladi</a:t>
            </a:r>
            <a:r>
              <a:rPr lang="en-US" dirty="0"/>
              <a:t>. Splitter </a:t>
            </a:r>
            <a:r>
              <a:rPr lang="en-US" dirty="0" err="1"/>
              <a:t>optik</a:t>
            </a:r>
            <a:r>
              <a:rPr lang="en-US" dirty="0"/>
              <a:t> </a:t>
            </a:r>
            <a:r>
              <a:rPr lang="en-US" dirty="0" err="1"/>
              <a:t>signalni</a:t>
            </a:r>
            <a:r>
              <a:rPr lang="en-US" dirty="0"/>
              <a:t> </a:t>
            </a:r>
            <a:r>
              <a:rPr lang="en-US" dirty="0" err="1"/>
              <a:t>bir</a:t>
            </a:r>
            <a:r>
              <a:rPr lang="en-US" dirty="0"/>
              <a:t> </a:t>
            </a:r>
            <a:r>
              <a:rPr lang="en-US" dirty="0" err="1"/>
              <a:t>nechta</a:t>
            </a:r>
            <a:r>
              <a:rPr lang="en-US" dirty="0"/>
              <a:t> </a:t>
            </a:r>
            <a:r>
              <a:rPr lang="en-US" dirty="0" err="1"/>
              <a:t>abonentlarga</a:t>
            </a:r>
            <a:r>
              <a:rPr lang="en-US" dirty="0"/>
              <a:t> </a:t>
            </a:r>
            <a:r>
              <a:rPr lang="en-US" dirty="0" err="1"/>
              <a:t>bo‘lib</a:t>
            </a:r>
            <a:r>
              <a:rPr lang="en-US" dirty="0"/>
              <a:t> </a:t>
            </a:r>
            <a:r>
              <a:rPr lang="en-US" dirty="0" err="1"/>
              <a:t>beradi</a:t>
            </a:r>
            <a:r>
              <a:rPr lang="en-US" dirty="0"/>
              <a:t>. </a:t>
            </a:r>
            <a:r>
              <a:rPr lang="en-US" dirty="0" err="1"/>
              <a:t>Masalan</a:t>
            </a:r>
            <a:r>
              <a:rPr lang="en-US" dirty="0"/>
              <a:t>, 1:8 splitter </a:t>
            </a:r>
            <a:r>
              <a:rPr lang="en-US" dirty="0" err="1"/>
              <a:t>bitta</a:t>
            </a:r>
            <a:r>
              <a:rPr lang="en-US" dirty="0"/>
              <a:t> </a:t>
            </a:r>
            <a:r>
              <a:rPr lang="en-US" dirty="0" err="1"/>
              <a:t>kirish</a:t>
            </a:r>
            <a:r>
              <a:rPr lang="en-US" dirty="0"/>
              <a:t> </a:t>
            </a:r>
            <a:r>
              <a:rPr lang="en-US" dirty="0" err="1"/>
              <a:t>signalini</a:t>
            </a:r>
            <a:r>
              <a:rPr lang="en-US" dirty="0"/>
              <a:t> 8 ta </a:t>
            </a:r>
            <a:r>
              <a:rPr lang="en-US" dirty="0" err="1"/>
              <a:t>chiqishga</a:t>
            </a:r>
            <a:r>
              <a:rPr lang="en-US" dirty="0"/>
              <a:t> </a:t>
            </a:r>
            <a:r>
              <a:rPr lang="en-US" dirty="0" err="1"/>
              <a:t>bo‘ladi</a:t>
            </a:r>
            <a:r>
              <a:rPr lang="en-US" dirty="0"/>
              <a:t>. Bu PON </a:t>
            </a:r>
            <a:r>
              <a:rPr lang="en-US" dirty="0" err="1"/>
              <a:t>texnologiyasining</a:t>
            </a:r>
            <a:r>
              <a:rPr lang="en-US" dirty="0"/>
              <a:t> </a:t>
            </a:r>
            <a:r>
              <a:rPr lang="en-US" dirty="0" err="1"/>
              <a:t>asosiy</a:t>
            </a:r>
            <a:r>
              <a:rPr lang="en-US" dirty="0"/>
              <a:t> </a:t>
            </a:r>
            <a:r>
              <a:rPr lang="en-US" dirty="0" err="1"/>
              <a:t>xususiyati</a:t>
            </a:r>
            <a:r>
              <a:rPr lang="en-US" dirty="0"/>
              <a:t> </a:t>
            </a:r>
            <a:r>
              <a:rPr lang="en-US" dirty="0" err="1"/>
              <a:t>hisoblanadi</a:t>
            </a:r>
            <a:r>
              <a:rPr lang="en-US" dirty="0"/>
              <a:t>, </a:t>
            </a:r>
            <a:r>
              <a:rPr lang="en-US" dirty="0" err="1"/>
              <a:t>chunki</a:t>
            </a:r>
            <a:r>
              <a:rPr lang="en-US" dirty="0"/>
              <a:t> </a:t>
            </a:r>
            <a:r>
              <a:rPr lang="en-US" dirty="0" err="1"/>
              <a:t>bitta</a:t>
            </a:r>
            <a:r>
              <a:rPr lang="en-US" dirty="0"/>
              <a:t> </a:t>
            </a:r>
            <a:r>
              <a:rPr lang="en-US" dirty="0" err="1"/>
              <a:t>optik</a:t>
            </a:r>
            <a:r>
              <a:rPr lang="en-US" dirty="0"/>
              <a:t> </a:t>
            </a:r>
            <a:r>
              <a:rPr lang="en-US" dirty="0" err="1"/>
              <a:t>liniya</a:t>
            </a:r>
            <a:r>
              <a:rPr lang="en-US" dirty="0"/>
              <a:t> </a:t>
            </a:r>
            <a:r>
              <a:rPr lang="en-US" dirty="0" err="1"/>
              <a:t>orqali</a:t>
            </a:r>
            <a:r>
              <a:rPr lang="en-US" dirty="0"/>
              <a:t> </a:t>
            </a:r>
            <a:r>
              <a:rPr lang="en-US" dirty="0" err="1"/>
              <a:t>ko‘plab</a:t>
            </a:r>
            <a:r>
              <a:rPr lang="en-US" dirty="0"/>
              <a:t> </a:t>
            </a:r>
            <a:r>
              <a:rPr lang="en-US" dirty="0" err="1"/>
              <a:t>abonentlarni</a:t>
            </a:r>
            <a:r>
              <a:rPr lang="en-US" dirty="0"/>
              <a:t> </a:t>
            </a:r>
            <a:r>
              <a:rPr lang="en-US" dirty="0" err="1"/>
              <a:t>ulash</a:t>
            </a:r>
            <a:r>
              <a:rPr lang="en-US" dirty="0"/>
              <a:t> </a:t>
            </a:r>
            <a:r>
              <a:rPr lang="en-US" dirty="0" err="1"/>
              <a:t>mumkin</a:t>
            </a:r>
            <a:r>
              <a:rPr lang="en-US" dirty="0"/>
              <a:t>.</a:t>
            </a:r>
            <a:endParaRPr lang="uz-Cyrl-UZ" dirty="0"/>
          </a:p>
          <a:p>
            <a:pPr algn="just"/>
            <a:endParaRPr lang="en-US" dirty="0"/>
          </a:p>
          <a:p>
            <a:endParaRPr lang="ru-RU" dirty="0"/>
          </a:p>
        </p:txBody>
      </p:sp>
      <p:pic>
        <p:nvPicPr>
          <p:cNvPr id="5" name="Рисунок 4">
            <a:extLst>
              <a:ext uri="{FF2B5EF4-FFF2-40B4-BE49-F238E27FC236}">
                <a16:creationId xmlns:a16="http://schemas.microsoft.com/office/drawing/2014/main" id="{1D59A82E-560C-4DBA-9D60-D18DC7F462CA}"/>
              </a:ext>
            </a:extLst>
          </p:cNvPr>
          <p:cNvPicPr>
            <a:picLocks noChangeAspect="1"/>
          </p:cNvPicPr>
          <p:nvPr/>
        </p:nvPicPr>
        <p:blipFill>
          <a:blip r:embed="rId2"/>
          <a:stretch>
            <a:fillRect/>
          </a:stretch>
        </p:blipFill>
        <p:spPr>
          <a:xfrm>
            <a:off x="479351" y="2896374"/>
            <a:ext cx="3787468" cy="3635055"/>
          </a:xfrm>
          <a:prstGeom prst="rect">
            <a:avLst/>
          </a:prstGeom>
        </p:spPr>
      </p:pic>
      <p:pic>
        <p:nvPicPr>
          <p:cNvPr id="7" name="Рисунок 6">
            <a:extLst>
              <a:ext uri="{FF2B5EF4-FFF2-40B4-BE49-F238E27FC236}">
                <a16:creationId xmlns:a16="http://schemas.microsoft.com/office/drawing/2014/main" id="{8632BC5D-09F7-4486-ADBE-C0DF019DB237}"/>
              </a:ext>
            </a:extLst>
          </p:cNvPr>
          <p:cNvPicPr>
            <a:picLocks noChangeAspect="1"/>
          </p:cNvPicPr>
          <p:nvPr/>
        </p:nvPicPr>
        <p:blipFill>
          <a:blip r:embed="rId3"/>
          <a:stretch>
            <a:fillRect/>
          </a:stretch>
        </p:blipFill>
        <p:spPr>
          <a:xfrm>
            <a:off x="4571798" y="3530173"/>
            <a:ext cx="4648603" cy="1463167"/>
          </a:xfrm>
          <a:prstGeom prst="rect">
            <a:avLst/>
          </a:prstGeom>
        </p:spPr>
      </p:pic>
    </p:spTree>
    <p:extLst>
      <p:ext uri="{BB962C8B-B14F-4D97-AF65-F5344CB8AC3E}">
        <p14:creationId xmlns:p14="http://schemas.microsoft.com/office/powerpoint/2010/main" val="2324739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D0A41A5-0B78-4A8D-BDAB-7076B5D2204D}"/>
              </a:ext>
            </a:extLst>
          </p:cNvPr>
          <p:cNvSpPr>
            <a:spLocks noGrp="1"/>
          </p:cNvSpPr>
          <p:nvPr>
            <p:ph idx="1"/>
          </p:nvPr>
        </p:nvSpPr>
        <p:spPr>
          <a:xfrm>
            <a:off x="677334" y="293915"/>
            <a:ext cx="8596668" cy="5747448"/>
          </a:xfrm>
        </p:spPr>
        <p:txBody>
          <a:bodyPr/>
          <a:lstStyle/>
          <a:p>
            <a:pPr marL="0" indent="0">
              <a:buNone/>
            </a:pPr>
            <a:endParaRPr lang="en-US" dirty="0"/>
          </a:p>
          <a:p>
            <a:endParaRPr lang="en-US" dirty="0"/>
          </a:p>
          <a:p>
            <a:endParaRPr lang="en-US" dirty="0"/>
          </a:p>
          <a:p>
            <a:endParaRPr lang="ru-RU" dirty="0"/>
          </a:p>
        </p:txBody>
      </p:sp>
      <p:pic>
        <p:nvPicPr>
          <p:cNvPr id="11" name="Рисунок 10">
            <a:extLst>
              <a:ext uri="{FF2B5EF4-FFF2-40B4-BE49-F238E27FC236}">
                <a16:creationId xmlns:a16="http://schemas.microsoft.com/office/drawing/2014/main" id="{F5A71B56-3D45-4875-BF71-169DA6E0B00D}"/>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2197463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16D0DF1C-608F-4984-8ECC-0F246D23E4B4}"/>
              </a:ext>
            </a:extLst>
          </p:cNvPr>
          <p:cNvPicPr>
            <a:picLocks noGrp="1" noChangeAspect="1"/>
          </p:cNvPicPr>
          <p:nvPr>
            <p:ph idx="1"/>
          </p:nvPr>
        </p:nvPicPr>
        <p:blipFill>
          <a:blip r:embed="rId2"/>
          <a:stretch>
            <a:fillRect/>
          </a:stretch>
        </p:blipFill>
        <p:spPr>
          <a:xfrm>
            <a:off x="695722" y="89806"/>
            <a:ext cx="10383214" cy="6253843"/>
          </a:xfrm>
        </p:spPr>
      </p:pic>
    </p:spTree>
    <p:extLst>
      <p:ext uri="{BB962C8B-B14F-4D97-AF65-F5344CB8AC3E}">
        <p14:creationId xmlns:p14="http://schemas.microsoft.com/office/powerpoint/2010/main" val="121400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2F5BB37-A3B3-45A6-A761-F0C1041D5DE8}"/>
              </a:ext>
            </a:extLst>
          </p:cNvPr>
          <p:cNvSpPr>
            <a:spLocks noGrp="1"/>
          </p:cNvSpPr>
          <p:nvPr>
            <p:ph idx="1"/>
          </p:nvPr>
        </p:nvSpPr>
        <p:spPr>
          <a:xfrm>
            <a:off x="677334" y="302079"/>
            <a:ext cx="8596668" cy="5739283"/>
          </a:xfrm>
        </p:spPr>
        <p:txBody>
          <a:bodyPr/>
          <a:lstStyle/>
          <a:p>
            <a:r>
              <a:rPr lang="en-US" b="1" dirty="0"/>
              <a:t>PON </a:t>
            </a:r>
            <a:r>
              <a:rPr lang="en-US" b="1" dirty="0" err="1"/>
              <a:t>yoki</a:t>
            </a:r>
            <a:r>
              <a:rPr lang="en-US" b="1" dirty="0"/>
              <a:t> FTTH </a:t>
            </a:r>
            <a:r>
              <a:rPr lang="en-US" b="1" dirty="0" err="1"/>
              <a:t>optik</a:t>
            </a:r>
            <a:r>
              <a:rPr lang="en-US" b="1" dirty="0"/>
              <a:t> </a:t>
            </a:r>
            <a:r>
              <a:rPr lang="en-US" b="1" dirty="0" err="1"/>
              <a:t>tarmoqlarida</a:t>
            </a:r>
            <a:r>
              <a:rPr lang="en-US" b="1" dirty="0"/>
              <a:t> </a:t>
            </a:r>
            <a:r>
              <a:rPr lang="en-US" b="1" dirty="0" err="1"/>
              <a:t>binolar</a:t>
            </a:r>
            <a:r>
              <a:rPr lang="en-US" b="1" dirty="0"/>
              <a:t> </a:t>
            </a:r>
            <a:r>
              <a:rPr lang="en-US" b="1" dirty="0" err="1"/>
              <a:t>va</a:t>
            </a:r>
            <a:r>
              <a:rPr lang="en-US" b="1" dirty="0"/>
              <a:t> </a:t>
            </a:r>
            <a:r>
              <a:rPr lang="en-US" b="1" dirty="0" err="1"/>
              <a:t>uylarni</a:t>
            </a:r>
            <a:r>
              <a:rPr lang="en-US" b="1" dirty="0"/>
              <a:t> </a:t>
            </a:r>
            <a:r>
              <a:rPr lang="en-US" b="1" dirty="0" err="1"/>
              <a:t>ulash</a:t>
            </a:r>
            <a:r>
              <a:rPr lang="en-US" b="1" dirty="0"/>
              <a:t> </a:t>
            </a:r>
            <a:r>
              <a:rPr lang="en-US" b="1" dirty="0" err="1"/>
              <a:t>uchun</a:t>
            </a:r>
            <a:r>
              <a:rPr lang="en-US" b="1" dirty="0"/>
              <a:t> </a:t>
            </a:r>
            <a:r>
              <a:rPr lang="en-US" b="1" dirty="0" err="1"/>
              <a:t>ishlatiladigan</a:t>
            </a:r>
            <a:r>
              <a:rPr lang="en-US" b="1" dirty="0"/>
              <a:t> </a:t>
            </a:r>
            <a:r>
              <a:rPr lang="en-US" b="1" dirty="0" err="1"/>
              <a:t>optik</a:t>
            </a:r>
            <a:r>
              <a:rPr lang="en-US" b="1" dirty="0"/>
              <a:t> </a:t>
            </a:r>
            <a:r>
              <a:rPr lang="en-US" b="1" dirty="0" err="1"/>
              <a:t>taqsimlash</a:t>
            </a:r>
            <a:r>
              <a:rPr lang="en-US" b="1" dirty="0"/>
              <a:t> </a:t>
            </a:r>
            <a:r>
              <a:rPr lang="en-US" b="1" dirty="0" err="1"/>
              <a:t>qurilmalari</a:t>
            </a:r>
            <a:r>
              <a:rPr lang="en-US" dirty="0"/>
              <a:t> </a:t>
            </a:r>
            <a:r>
              <a:rPr lang="en-US" dirty="0" err="1"/>
              <a:t>haqida</a:t>
            </a:r>
            <a:r>
              <a:rPr lang="en-US" dirty="0"/>
              <a:t> </a:t>
            </a:r>
            <a:r>
              <a:rPr lang="en-US" dirty="0" err="1"/>
              <a:t>aytiladi</a:t>
            </a:r>
            <a:r>
              <a:rPr lang="en-US" dirty="0"/>
              <a:t>. Kam </a:t>
            </a:r>
            <a:r>
              <a:rPr lang="en-US" dirty="0" err="1"/>
              <a:t>qavatli</a:t>
            </a:r>
            <a:r>
              <a:rPr lang="en-US" dirty="0"/>
              <a:t> </a:t>
            </a:r>
            <a:r>
              <a:rPr lang="en-US" dirty="0" err="1"/>
              <a:t>binolarning</a:t>
            </a:r>
            <a:r>
              <a:rPr lang="en-US" dirty="0"/>
              <a:t> </a:t>
            </a:r>
            <a:r>
              <a:rPr lang="ru-RU" dirty="0" err="1"/>
              <a:t>подъездлар</a:t>
            </a:r>
            <a:r>
              <a:rPr lang="en-US" dirty="0" err="1"/>
              <a:t>ida</a:t>
            </a:r>
            <a:r>
              <a:rPr lang="en-US" dirty="0"/>
              <a:t> </a:t>
            </a:r>
            <a:r>
              <a:rPr lang="en-US" dirty="0" err="1"/>
              <a:t>odatda</a:t>
            </a:r>
            <a:r>
              <a:rPr lang="en-US" dirty="0"/>
              <a:t> </a:t>
            </a:r>
            <a:r>
              <a:rPr lang="en-US" dirty="0" err="1"/>
              <a:t>kichik</a:t>
            </a:r>
            <a:r>
              <a:rPr lang="en-US" dirty="0"/>
              <a:t> </a:t>
            </a:r>
            <a:r>
              <a:rPr lang="en-US" dirty="0" err="1"/>
              <a:t>sig‘imli</a:t>
            </a:r>
            <a:r>
              <a:rPr lang="en-US" dirty="0"/>
              <a:t> </a:t>
            </a:r>
            <a:r>
              <a:rPr lang="en-US" dirty="0" err="1"/>
              <a:t>optik</a:t>
            </a:r>
            <a:r>
              <a:rPr lang="en-US" dirty="0"/>
              <a:t> </a:t>
            </a:r>
            <a:r>
              <a:rPr lang="en-US" dirty="0" err="1"/>
              <a:t>taqsimlash</a:t>
            </a:r>
            <a:r>
              <a:rPr lang="en-US" dirty="0"/>
              <a:t> </a:t>
            </a:r>
            <a:r>
              <a:rPr lang="en-US" dirty="0" err="1"/>
              <a:t>shkafi</a:t>
            </a:r>
            <a:r>
              <a:rPr lang="en-US" dirty="0"/>
              <a:t> </a:t>
            </a:r>
            <a:r>
              <a:rPr lang="en-US" dirty="0" err="1"/>
              <a:t>yoki</a:t>
            </a:r>
            <a:r>
              <a:rPr lang="en-US" dirty="0"/>
              <a:t> </a:t>
            </a:r>
            <a:r>
              <a:rPr lang="en-US" dirty="0" err="1"/>
              <a:t>splitterli</a:t>
            </a:r>
            <a:r>
              <a:rPr lang="en-US" dirty="0"/>
              <a:t> </a:t>
            </a:r>
            <a:r>
              <a:rPr lang="en-US" dirty="0" err="1"/>
              <a:t>optik</a:t>
            </a:r>
            <a:r>
              <a:rPr lang="en-US" dirty="0"/>
              <a:t> </a:t>
            </a:r>
            <a:r>
              <a:rPr lang="en-US" dirty="0" err="1"/>
              <a:t>quti</a:t>
            </a:r>
            <a:r>
              <a:rPr lang="en-US" dirty="0"/>
              <a:t> </a:t>
            </a:r>
            <a:r>
              <a:rPr lang="en-US" dirty="0" err="1"/>
              <a:t>o‘rnatiladi</a:t>
            </a:r>
            <a:r>
              <a:rPr lang="en-US" dirty="0"/>
              <a:t>. Bu </a:t>
            </a:r>
            <a:r>
              <a:rPr lang="en-US" dirty="0" err="1"/>
              <a:t>quti</a:t>
            </a:r>
            <a:r>
              <a:rPr lang="en-US" dirty="0"/>
              <a:t> </a:t>
            </a:r>
            <a:r>
              <a:rPr lang="en-US" dirty="0" err="1"/>
              <a:t>ichida</a:t>
            </a:r>
            <a:r>
              <a:rPr lang="en-US" dirty="0"/>
              <a:t> splitter </a:t>
            </a:r>
            <a:r>
              <a:rPr lang="en-US" dirty="0" err="1"/>
              <a:t>bo‘lib</a:t>
            </a:r>
            <a:r>
              <a:rPr lang="en-US" dirty="0"/>
              <a:t>, magistral </a:t>
            </a:r>
            <a:r>
              <a:rPr lang="en-US" dirty="0" err="1"/>
              <a:t>optik</a:t>
            </a:r>
            <a:r>
              <a:rPr lang="en-US" dirty="0"/>
              <a:t> </a:t>
            </a:r>
            <a:r>
              <a:rPr lang="en-US" dirty="0" err="1"/>
              <a:t>kabeldan</a:t>
            </a:r>
            <a:r>
              <a:rPr lang="en-US" dirty="0"/>
              <a:t> </a:t>
            </a:r>
            <a:r>
              <a:rPr lang="en-US" dirty="0" err="1"/>
              <a:t>kelgan</a:t>
            </a:r>
            <a:r>
              <a:rPr lang="en-US" dirty="0"/>
              <a:t> </a:t>
            </a:r>
            <a:r>
              <a:rPr lang="en-US" dirty="0" err="1"/>
              <a:t>signalni</a:t>
            </a:r>
            <a:r>
              <a:rPr lang="en-US" dirty="0"/>
              <a:t> </a:t>
            </a:r>
            <a:r>
              <a:rPr lang="en-US" dirty="0" err="1"/>
              <a:t>bir</a:t>
            </a:r>
            <a:r>
              <a:rPr lang="en-US" dirty="0"/>
              <a:t> </a:t>
            </a:r>
            <a:r>
              <a:rPr lang="en-US" dirty="0" err="1"/>
              <a:t>nechta</a:t>
            </a:r>
            <a:r>
              <a:rPr lang="en-US" dirty="0"/>
              <a:t> </a:t>
            </a:r>
            <a:r>
              <a:rPr lang="en-US" dirty="0" err="1"/>
              <a:t>abonentlarga</a:t>
            </a:r>
            <a:r>
              <a:rPr lang="en-US" dirty="0"/>
              <a:t> </a:t>
            </a:r>
            <a:r>
              <a:rPr lang="en-US" dirty="0" err="1"/>
              <a:t>bo‘lib</a:t>
            </a:r>
            <a:r>
              <a:rPr lang="en-US" dirty="0"/>
              <a:t> </a:t>
            </a:r>
            <a:r>
              <a:rPr lang="en-US" dirty="0" err="1"/>
              <a:t>beradi</a:t>
            </a:r>
            <a:r>
              <a:rPr lang="en-US" dirty="0"/>
              <a:t>, </a:t>
            </a:r>
            <a:r>
              <a:rPr lang="en-US" dirty="0" err="1"/>
              <a:t>masalan</a:t>
            </a:r>
            <a:r>
              <a:rPr lang="en-US" dirty="0"/>
              <a:t> 1 ta </a:t>
            </a:r>
            <a:r>
              <a:rPr lang="en-US" dirty="0" err="1"/>
              <a:t>tolani</a:t>
            </a:r>
            <a:r>
              <a:rPr lang="en-US" dirty="0"/>
              <a:t> 8, 16 </a:t>
            </a:r>
            <a:r>
              <a:rPr lang="en-US" dirty="0" err="1"/>
              <a:t>yoki</a:t>
            </a:r>
            <a:r>
              <a:rPr lang="en-US" dirty="0"/>
              <a:t> 32 </a:t>
            </a:r>
            <a:r>
              <a:rPr lang="en-US" dirty="0" err="1"/>
              <a:t>abonentga</a:t>
            </a:r>
            <a:r>
              <a:rPr lang="en-US" dirty="0"/>
              <a:t> </a:t>
            </a:r>
            <a:r>
              <a:rPr lang="en-US" dirty="0" err="1"/>
              <a:t>taqsimlash</a:t>
            </a:r>
            <a:r>
              <a:rPr lang="en-US" dirty="0"/>
              <a:t> </a:t>
            </a:r>
            <a:r>
              <a:rPr lang="en-US" dirty="0" err="1"/>
              <a:t>mumkin</a:t>
            </a:r>
            <a:r>
              <a:rPr lang="en-US" dirty="0"/>
              <a:t>. </a:t>
            </a:r>
            <a:r>
              <a:rPr lang="en-US" dirty="0" err="1"/>
              <a:t>Tashqarida</a:t>
            </a:r>
            <a:r>
              <a:rPr lang="en-US" dirty="0"/>
              <a:t> </a:t>
            </a:r>
            <a:r>
              <a:rPr lang="en-US" dirty="0" err="1"/>
              <a:t>o‘rnatiladigan</a:t>
            </a:r>
            <a:r>
              <a:rPr lang="en-US" dirty="0"/>
              <a:t> </a:t>
            </a:r>
            <a:r>
              <a:rPr lang="en-US" dirty="0" err="1"/>
              <a:t>optik</a:t>
            </a:r>
            <a:r>
              <a:rPr lang="en-US" dirty="0"/>
              <a:t> </a:t>
            </a:r>
            <a:r>
              <a:rPr lang="en-US" dirty="0" err="1"/>
              <a:t>taqsimlash</a:t>
            </a:r>
            <a:r>
              <a:rPr lang="en-US" dirty="0"/>
              <a:t> </a:t>
            </a:r>
            <a:r>
              <a:rPr lang="en-US" dirty="0" err="1"/>
              <a:t>shkaflari</a:t>
            </a:r>
            <a:r>
              <a:rPr lang="en-US" dirty="0"/>
              <a:t> </a:t>
            </a:r>
            <a:r>
              <a:rPr lang="en-US" dirty="0" err="1"/>
              <a:t>tarmoqni</a:t>
            </a:r>
            <a:r>
              <a:rPr lang="en-US" dirty="0"/>
              <a:t> </a:t>
            </a:r>
            <a:r>
              <a:rPr lang="en-US" dirty="0" err="1"/>
              <a:t>keyinchalik</a:t>
            </a:r>
            <a:r>
              <a:rPr lang="en-US" dirty="0"/>
              <a:t> </a:t>
            </a:r>
            <a:r>
              <a:rPr lang="en-US" dirty="0" err="1"/>
              <a:t>kengaytirish</a:t>
            </a:r>
            <a:r>
              <a:rPr lang="en-US" dirty="0"/>
              <a:t> </a:t>
            </a:r>
            <a:r>
              <a:rPr lang="en-US" dirty="0" err="1"/>
              <a:t>imkoniyati</a:t>
            </a:r>
            <a:r>
              <a:rPr lang="en-US" dirty="0"/>
              <a:t> </a:t>
            </a:r>
            <a:r>
              <a:rPr lang="en-US" dirty="0" err="1"/>
              <a:t>bo‘lishi</a:t>
            </a:r>
            <a:r>
              <a:rPr lang="en-US" dirty="0"/>
              <a:t> </a:t>
            </a:r>
            <a:r>
              <a:rPr lang="en-US" dirty="0" err="1"/>
              <a:t>uchun</a:t>
            </a:r>
            <a:r>
              <a:rPr lang="en-US" dirty="0"/>
              <a:t> </a:t>
            </a:r>
            <a:r>
              <a:rPr lang="en-US" dirty="0" err="1"/>
              <a:t>modulli</a:t>
            </a:r>
            <a:r>
              <a:rPr lang="en-US" dirty="0"/>
              <a:t> </a:t>
            </a:r>
            <a:r>
              <a:rPr lang="en-US" dirty="0" err="1"/>
              <a:t>konstruktsiyada</a:t>
            </a:r>
            <a:r>
              <a:rPr lang="en-US" dirty="0"/>
              <a:t> </a:t>
            </a:r>
            <a:r>
              <a:rPr lang="en-US" dirty="0" err="1"/>
              <a:t>loyihalanadi</a:t>
            </a:r>
            <a:r>
              <a:rPr lang="en-US" dirty="0"/>
              <a:t>. </a:t>
            </a:r>
            <a:r>
              <a:rPr lang="en-US" dirty="0" err="1"/>
              <a:t>Xususiy</a:t>
            </a:r>
            <a:r>
              <a:rPr lang="en-US" dirty="0"/>
              <a:t> </a:t>
            </a:r>
            <a:r>
              <a:rPr lang="en-US" dirty="0" err="1"/>
              <a:t>sektor</a:t>
            </a:r>
            <a:r>
              <a:rPr lang="en-US" dirty="0"/>
              <a:t> </a:t>
            </a:r>
            <a:r>
              <a:rPr lang="en-US" dirty="0" err="1"/>
              <a:t>hududlarida</a:t>
            </a:r>
            <a:r>
              <a:rPr lang="en-US" dirty="0"/>
              <a:t> </a:t>
            </a:r>
            <a:r>
              <a:rPr lang="en-US" dirty="0" err="1"/>
              <a:t>bir</a:t>
            </a:r>
            <a:r>
              <a:rPr lang="en-US" dirty="0"/>
              <a:t> </a:t>
            </a:r>
            <a:r>
              <a:rPr lang="en-US" dirty="0" err="1"/>
              <a:t>nechta</a:t>
            </a:r>
            <a:r>
              <a:rPr lang="en-US" dirty="0"/>
              <a:t> </a:t>
            </a:r>
            <a:r>
              <a:rPr lang="en-US" dirty="0" err="1"/>
              <a:t>uylarni</a:t>
            </a:r>
            <a:r>
              <a:rPr lang="en-US" dirty="0"/>
              <a:t> </a:t>
            </a:r>
            <a:r>
              <a:rPr lang="en-US" dirty="0" err="1"/>
              <a:t>ulash</a:t>
            </a:r>
            <a:r>
              <a:rPr lang="en-US" dirty="0"/>
              <a:t> </a:t>
            </a:r>
            <a:r>
              <a:rPr lang="en-US" dirty="0" err="1"/>
              <a:t>uchun</a:t>
            </a:r>
            <a:r>
              <a:rPr lang="en-US" dirty="0"/>
              <a:t> </a:t>
            </a:r>
            <a:r>
              <a:rPr lang="en-US" dirty="0" err="1"/>
              <a:t>optik</a:t>
            </a:r>
            <a:r>
              <a:rPr lang="en-US" dirty="0"/>
              <a:t> </a:t>
            </a:r>
            <a:r>
              <a:rPr lang="en-US" dirty="0" err="1"/>
              <a:t>taqsimlash</a:t>
            </a:r>
            <a:r>
              <a:rPr lang="en-US" dirty="0"/>
              <a:t> </a:t>
            </a:r>
            <a:r>
              <a:rPr lang="en-US" dirty="0" err="1"/>
              <a:t>ustuni</a:t>
            </a:r>
            <a:r>
              <a:rPr lang="en-US" dirty="0"/>
              <a:t> </a:t>
            </a:r>
            <a:r>
              <a:rPr lang="en-US" dirty="0" err="1"/>
              <a:t>ishlatiladi</a:t>
            </a:r>
            <a:r>
              <a:rPr lang="en-US" dirty="0"/>
              <a:t> </a:t>
            </a:r>
            <a:r>
              <a:rPr lang="en-US" dirty="0" err="1"/>
              <a:t>va</a:t>
            </a:r>
            <a:r>
              <a:rPr lang="en-US" dirty="0"/>
              <a:t> u </a:t>
            </a:r>
            <a:r>
              <a:rPr lang="en-US" dirty="0" err="1"/>
              <a:t>odatda</a:t>
            </a:r>
            <a:r>
              <a:rPr lang="en-US" dirty="0"/>
              <a:t> 1 </a:t>
            </a:r>
            <a:r>
              <a:rPr lang="en-US" dirty="0" err="1"/>
              <a:t>yoki</a:t>
            </a:r>
            <a:r>
              <a:rPr lang="en-US" dirty="0"/>
              <a:t> 2 ta splitter </a:t>
            </a:r>
            <a:r>
              <a:rPr lang="en-US" dirty="0" err="1"/>
              <a:t>o‘rnatishga</a:t>
            </a:r>
            <a:r>
              <a:rPr lang="en-US" dirty="0"/>
              <a:t> </a:t>
            </a:r>
            <a:r>
              <a:rPr lang="en-US" dirty="0" err="1"/>
              <a:t>mo‘ljallangan</a:t>
            </a:r>
            <a:r>
              <a:rPr lang="en-US" dirty="0"/>
              <a:t> </a:t>
            </a:r>
            <a:r>
              <a:rPr lang="en-US" dirty="0" err="1"/>
              <a:t>bo‘ladi</a:t>
            </a:r>
            <a:r>
              <a:rPr lang="en-US" dirty="0"/>
              <a:t>. Bu </a:t>
            </a:r>
            <a:r>
              <a:rPr lang="en-US" dirty="0" err="1"/>
              <a:t>qurilmalar</a:t>
            </a:r>
            <a:r>
              <a:rPr lang="en-US" dirty="0"/>
              <a:t> </a:t>
            </a:r>
            <a:r>
              <a:rPr lang="en-US" dirty="0" err="1"/>
              <a:t>mustahkam</a:t>
            </a:r>
            <a:r>
              <a:rPr lang="en-US" dirty="0"/>
              <a:t> </a:t>
            </a:r>
            <a:r>
              <a:rPr lang="en-US" dirty="0" err="1"/>
              <a:t>bo‘lishi</a:t>
            </a:r>
            <a:r>
              <a:rPr lang="en-US" dirty="0"/>
              <a:t> </a:t>
            </a:r>
            <a:r>
              <a:rPr lang="en-US" dirty="0" err="1"/>
              <a:t>kerak</a:t>
            </a:r>
            <a:r>
              <a:rPr lang="en-US" dirty="0"/>
              <a:t> </a:t>
            </a:r>
            <a:r>
              <a:rPr lang="en-US" dirty="0" err="1"/>
              <a:t>va</a:t>
            </a:r>
            <a:r>
              <a:rPr lang="en-US" dirty="0"/>
              <a:t> </a:t>
            </a:r>
            <a:r>
              <a:rPr lang="en-US" dirty="0" err="1"/>
              <a:t>ularning</a:t>
            </a:r>
            <a:r>
              <a:rPr lang="en-US" dirty="0"/>
              <a:t> </a:t>
            </a:r>
            <a:r>
              <a:rPr lang="en-US" dirty="0" err="1"/>
              <a:t>korpusi</a:t>
            </a:r>
            <a:r>
              <a:rPr lang="en-US" dirty="0"/>
              <a:t> </a:t>
            </a:r>
            <a:r>
              <a:rPr lang="en-US" dirty="0" err="1"/>
              <a:t>metall</a:t>
            </a:r>
            <a:r>
              <a:rPr lang="en-US" dirty="0"/>
              <a:t> </a:t>
            </a:r>
            <a:r>
              <a:rPr lang="en-US" dirty="0" err="1"/>
              <a:t>yoki</a:t>
            </a:r>
            <a:r>
              <a:rPr lang="en-US" dirty="0"/>
              <a:t> shisha </a:t>
            </a:r>
            <a:r>
              <a:rPr lang="en-US" dirty="0" err="1"/>
              <a:t>plastikdan</a:t>
            </a:r>
            <a:r>
              <a:rPr lang="en-US" dirty="0"/>
              <a:t> </a:t>
            </a:r>
            <a:r>
              <a:rPr lang="en-US" dirty="0" err="1"/>
              <a:t>tayyorlanadi</a:t>
            </a:r>
            <a:r>
              <a:rPr lang="en-US" dirty="0"/>
              <a:t> </a:t>
            </a:r>
            <a:r>
              <a:rPr lang="en-US" dirty="0" err="1"/>
              <a:t>hamda</a:t>
            </a:r>
            <a:r>
              <a:rPr lang="en-US" dirty="0"/>
              <a:t> </a:t>
            </a:r>
            <a:r>
              <a:rPr lang="en-US" dirty="0" err="1"/>
              <a:t>tashqi</a:t>
            </a:r>
            <a:r>
              <a:rPr lang="en-US" dirty="0"/>
              <a:t> </a:t>
            </a:r>
            <a:r>
              <a:rPr lang="en-US" dirty="0" err="1"/>
              <a:t>muhitdan</a:t>
            </a:r>
            <a:r>
              <a:rPr lang="en-US" dirty="0"/>
              <a:t> </a:t>
            </a:r>
            <a:r>
              <a:rPr lang="en-US" dirty="0" err="1"/>
              <a:t>himoya</a:t>
            </a:r>
            <a:r>
              <a:rPr lang="en-US" dirty="0"/>
              <a:t> </a:t>
            </a:r>
            <a:r>
              <a:rPr lang="en-US" dirty="0" err="1"/>
              <a:t>qilish</a:t>
            </a:r>
            <a:r>
              <a:rPr lang="en-US" dirty="0"/>
              <a:t> </a:t>
            </a:r>
            <a:r>
              <a:rPr lang="en-US" dirty="0" err="1"/>
              <a:t>uchun</a:t>
            </a:r>
            <a:r>
              <a:rPr lang="en-US" dirty="0"/>
              <a:t> </a:t>
            </a:r>
            <a:r>
              <a:rPr lang="en-US" dirty="0" err="1"/>
              <a:t>kamida</a:t>
            </a:r>
            <a:r>
              <a:rPr lang="en-US" dirty="0"/>
              <a:t> IP55 </a:t>
            </a:r>
            <a:r>
              <a:rPr lang="en-US" dirty="0" err="1"/>
              <a:t>himoya</a:t>
            </a:r>
            <a:r>
              <a:rPr lang="en-US" dirty="0"/>
              <a:t> </a:t>
            </a:r>
            <a:r>
              <a:rPr lang="en-US" dirty="0" err="1"/>
              <a:t>darajasiga</a:t>
            </a:r>
            <a:r>
              <a:rPr lang="en-US" dirty="0"/>
              <a:t> </a:t>
            </a:r>
            <a:r>
              <a:rPr lang="en-US" dirty="0" err="1"/>
              <a:t>ega</a:t>
            </a:r>
            <a:r>
              <a:rPr lang="en-US" dirty="0"/>
              <a:t> </a:t>
            </a:r>
            <a:r>
              <a:rPr lang="en-US" dirty="0" err="1"/>
              <a:t>bo‘ladi</a:t>
            </a:r>
            <a:r>
              <a:rPr lang="en-US" dirty="0"/>
              <a:t>. </a:t>
            </a:r>
            <a:r>
              <a:rPr lang="en-US" dirty="0" err="1"/>
              <a:t>Binolar</a:t>
            </a:r>
            <a:r>
              <a:rPr lang="en-US" dirty="0"/>
              <a:t> </a:t>
            </a:r>
            <a:r>
              <a:rPr lang="en-US" dirty="0" err="1"/>
              <a:t>ichida</a:t>
            </a:r>
            <a:r>
              <a:rPr lang="en-US" dirty="0"/>
              <a:t> </a:t>
            </a:r>
            <a:r>
              <a:rPr lang="en-US" dirty="0" err="1"/>
              <a:t>abonentlarni</a:t>
            </a:r>
            <a:r>
              <a:rPr lang="en-US" dirty="0"/>
              <a:t> </a:t>
            </a:r>
            <a:r>
              <a:rPr lang="en-US" dirty="0" err="1"/>
              <a:t>ulash</a:t>
            </a:r>
            <a:r>
              <a:rPr lang="en-US" dirty="0"/>
              <a:t> </a:t>
            </a:r>
            <a:r>
              <a:rPr lang="en-US" dirty="0" err="1"/>
              <a:t>uchun</a:t>
            </a:r>
            <a:r>
              <a:rPr lang="en-US" dirty="0"/>
              <a:t> </a:t>
            </a:r>
            <a:r>
              <a:rPr lang="en-US" dirty="0" err="1"/>
              <a:t>optik</a:t>
            </a:r>
            <a:r>
              <a:rPr lang="en-US" dirty="0"/>
              <a:t> </a:t>
            </a:r>
            <a:r>
              <a:rPr lang="en-US" dirty="0" err="1"/>
              <a:t>taqsimlash</a:t>
            </a:r>
            <a:r>
              <a:rPr lang="en-US" dirty="0"/>
              <a:t> </a:t>
            </a:r>
            <a:r>
              <a:rPr lang="en-US" dirty="0" err="1"/>
              <a:t>qutilari</a:t>
            </a:r>
            <a:r>
              <a:rPr lang="en-US" dirty="0"/>
              <a:t> </a:t>
            </a:r>
            <a:r>
              <a:rPr lang="en-US" dirty="0" err="1"/>
              <a:t>ishlatiladi</a:t>
            </a:r>
            <a:r>
              <a:rPr lang="en-US" dirty="0"/>
              <a:t> </a:t>
            </a:r>
            <a:r>
              <a:rPr lang="en-US" dirty="0" err="1"/>
              <a:t>va</a:t>
            </a:r>
            <a:r>
              <a:rPr lang="en-US" dirty="0"/>
              <a:t> </a:t>
            </a:r>
            <a:r>
              <a:rPr lang="en-US" dirty="0" err="1"/>
              <a:t>ular</a:t>
            </a:r>
            <a:r>
              <a:rPr lang="en-US" dirty="0"/>
              <a:t> </a:t>
            </a:r>
            <a:r>
              <a:rPr lang="en-US" dirty="0" err="1"/>
              <a:t>odatda</a:t>
            </a:r>
            <a:r>
              <a:rPr lang="en-US" dirty="0"/>
              <a:t> 4 </a:t>
            </a:r>
            <a:r>
              <a:rPr lang="en-US" dirty="0" err="1"/>
              <a:t>tadan</a:t>
            </a:r>
            <a:r>
              <a:rPr lang="en-US" dirty="0"/>
              <a:t> 16 </a:t>
            </a:r>
            <a:r>
              <a:rPr lang="en-US" dirty="0" err="1"/>
              <a:t>tagacha</a:t>
            </a:r>
            <a:r>
              <a:rPr lang="en-US" dirty="0"/>
              <a:t> </a:t>
            </a:r>
            <a:r>
              <a:rPr lang="en-US" dirty="0" err="1"/>
              <a:t>abonentni</a:t>
            </a:r>
            <a:r>
              <a:rPr lang="en-US" dirty="0"/>
              <a:t> </a:t>
            </a:r>
            <a:r>
              <a:rPr lang="en-US" dirty="0" err="1"/>
              <a:t>ulash</a:t>
            </a:r>
            <a:r>
              <a:rPr lang="en-US" dirty="0"/>
              <a:t> </a:t>
            </a:r>
            <a:r>
              <a:rPr lang="en-US" dirty="0" err="1"/>
              <a:t>imkoniyatiga</a:t>
            </a:r>
            <a:r>
              <a:rPr lang="en-US" dirty="0"/>
              <a:t> </a:t>
            </a:r>
            <a:r>
              <a:rPr lang="en-US" dirty="0" err="1"/>
              <a:t>ega</a:t>
            </a:r>
            <a:r>
              <a:rPr lang="en-US" dirty="0"/>
              <a:t>. </a:t>
            </a:r>
            <a:r>
              <a:rPr lang="en-US" dirty="0" err="1"/>
              <a:t>Odatda</a:t>
            </a:r>
            <a:r>
              <a:rPr lang="en-US" dirty="0"/>
              <a:t> </a:t>
            </a:r>
            <a:r>
              <a:rPr lang="en-US" dirty="0" err="1"/>
              <a:t>bir</a:t>
            </a:r>
            <a:r>
              <a:rPr lang="en-US" dirty="0"/>
              <a:t> </a:t>
            </a:r>
            <a:r>
              <a:rPr lang="en-US" dirty="0" err="1"/>
              <a:t>nechta</a:t>
            </a:r>
            <a:r>
              <a:rPr lang="en-US" dirty="0"/>
              <a:t> </a:t>
            </a:r>
            <a:r>
              <a:rPr lang="en-US" dirty="0" err="1"/>
              <a:t>qavat</a:t>
            </a:r>
            <a:r>
              <a:rPr lang="en-US" dirty="0"/>
              <a:t> </a:t>
            </a:r>
            <a:r>
              <a:rPr lang="en-US" dirty="0" err="1"/>
              <a:t>uchun</a:t>
            </a:r>
            <a:r>
              <a:rPr lang="en-US" dirty="0"/>
              <a:t> </a:t>
            </a:r>
            <a:r>
              <a:rPr lang="en-US" dirty="0" err="1"/>
              <a:t>bitta</a:t>
            </a:r>
            <a:r>
              <a:rPr lang="en-US" dirty="0"/>
              <a:t> </a:t>
            </a:r>
            <a:r>
              <a:rPr lang="en-US" dirty="0" err="1"/>
              <a:t>optik</a:t>
            </a:r>
            <a:r>
              <a:rPr lang="en-US" dirty="0"/>
              <a:t> </a:t>
            </a:r>
            <a:r>
              <a:rPr lang="en-US" dirty="0" err="1"/>
              <a:t>quti</a:t>
            </a:r>
            <a:r>
              <a:rPr lang="en-US" dirty="0"/>
              <a:t> </a:t>
            </a:r>
            <a:r>
              <a:rPr lang="en-US" dirty="0" err="1"/>
              <a:t>qo‘yiladi</a:t>
            </a:r>
            <a:r>
              <a:rPr lang="en-US" dirty="0"/>
              <a:t>, </a:t>
            </a:r>
            <a:r>
              <a:rPr lang="en-US" dirty="0" err="1"/>
              <a:t>lekin</a:t>
            </a:r>
            <a:r>
              <a:rPr lang="en-US" dirty="0"/>
              <a:t> agar </a:t>
            </a:r>
            <a:r>
              <a:rPr lang="en-US" dirty="0" err="1"/>
              <a:t>qavatda</a:t>
            </a:r>
            <a:r>
              <a:rPr lang="en-US" dirty="0"/>
              <a:t> </a:t>
            </a:r>
            <a:r>
              <a:rPr lang="en-US" dirty="0" err="1"/>
              <a:t>ko‘p</a:t>
            </a:r>
            <a:r>
              <a:rPr lang="en-US" dirty="0"/>
              <a:t> </a:t>
            </a:r>
            <a:r>
              <a:rPr lang="en-US" dirty="0" err="1"/>
              <a:t>xonadon</a:t>
            </a:r>
            <a:r>
              <a:rPr lang="en-US" dirty="0"/>
              <a:t> </a:t>
            </a:r>
            <a:r>
              <a:rPr lang="en-US" dirty="0" err="1"/>
              <a:t>bo‘lsa</a:t>
            </a:r>
            <a:r>
              <a:rPr lang="en-US" dirty="0"/>
              <a:t> </a:t>
            </a:r>
            <a:r>
              <a:rPr lang="en-US" dirty="0" err="1"/>
              <a:t>har</a:t>
            </a:r>
            <a:r>
              <a:rPr lang="en-US" dirty="0"/>
              <a:t> </a:t>
            </a:r>
            <a:r>
              <a:rPr lang="en-US" dirty="0" err="1"/>
              <a:t>bir</a:t>
            </a:r>
            <a:r>
              <a:rPr lang="en-US" dirty="0"/>
              <a:t> </a:t>
            </a:r>
            <a:r>
              <a:rPr lang="en-US" dirty="0" err="1"/>
              <a:t>qavatga</a:t>
            </a:r>
            <a:r>
              <a:rPr lang="en-US" dirty="0"/>
              <a:t> </a:t>
            </a:r>
            <a:r>
              <a:rPr lang="en-US" dirty="0" err="1"/>
              <a:t>alohida</a:t>
            </a:r>
            <a:r>
              <a:rPr lang="en-US" dirty="0"/>
              <a:t> </a:t>
            </a:r>
            <a:r>
              <a:rPr lang="en-US" dirty="0" err="1"/>
              <a:t>quti</a:t>
            </a:r>
            <a:r>
              <a:rPr lang="en-US" dirty="0"/>
              <a:t> </a:t>
            </a:r>
            <a:r>
              <a:rPr lang="en-US" dirty="0" err="1"/>
              <a:t>o‘rnatish</a:t>
            </a:r>
            <a:r>
              <a:rPr lang="en-US" dirty="0"/>
              <a:t> </a:t>
            </a:r>
            <a:r>
              <a:rPr lang="en-US" dirty="0" err="1"/>
              <a:t>mumkin</a:t>
            </a:r>
            <a:r>
              <a:rPr lang="en-US" dirty="0"/>
              <a:t>. </a:t>
            </a:r>
            <a:r>
              <a:rPr lang="en-US" dirty="0" err="1"/>
              <a:t>Bundan</a:t>
            </a:r>
            <a:r>
              <a:rPr lang="en-US" dirty="0"/>
              <a:t> </a:t>
            </a:r>
            <a:r>
              <a:rPr lang="en-US" dirty="0" err="1"/>
              <a:t>tashqari</a:t>
            </a:r>
            <a:r>
              <a:rPr lang="en-US" dirty="0"/>
              <a:t> </a:t>
            </a:r>
            <a:r>
              <a:rPr lang="en-US" dirty="0" err="1"/>
              <a:t>qavat</a:t>
            </a:r>
            <a:r>
              <a:rPr lang="en-US" dirty="0"/>
              <a:t> tar</a:t>
            </a:r>
            <a:r>
              <a:rPr lang="ru-RU" dirty="0" err="1"/>
              <a:t>моқ</a:t>
            </a:r>
            <a:r>
              <a:rPr lang="en-US" dirty="0" err="1"/>
              <a:t>lagichi</a:t>
            </a:r>
            <a:r>
              <a:rPr lang="en-US" dirty="0"/>
              <a:t> ham </a:t>
            </a:r>
            <a:r>
              <a:rPr lang="en-US" dirty="0" err="1"/>
              <a:t>ishlatiladi</a:t>
            </a:r>
            <a:r>
              <a:rPr lang="en-US" dirty="0"/>
              <a:t>, u </a:t>
            </a:r>
            <a:r>
              <a:rPr lang="en-US" dirty="0" err="1"/>
              <a:t>qavatlar</a:t>
            </a:r>
            <a:r>
              <a:rPr lang="en-US" dirty="0"/>
              <a:t> </a:t>
            </a:r>
            <a:r>
              <a:rPr lang="en-US" dirty="0" err="1"/>
              <a:t>orasidagi</a:t>
            </a:r>
            <a:r>
              <a:rPr lang="en-US" dirty="0"/>
              <a:t> </a:t>
            </a:r>
            <a:r>
              <a:rPr lang="en-US" dirty="0" err="1"/>
              <a:t>optik</a:t>
            </a:r>
            <a:r>
              <a:rPr lang="en-US" dirty="0"/>
              <a:t> </a:t>
            </a:r>
            <a:r>
              <a:rPr lang="en-US" dirty="0" err="1"/>
              <a:t>kabeldan</a:t>
            </a:r>
            <a:r>
              <a:rPr lang="en-US" dirty="0"/>
              <a:t> </a:t>
            </a:r>
            <a:r>
              <a:rPr lang="en-US" dirty="0" err="1"/>
              <a:t>kerakli</a:t>
            </a:r>
            <a:r>
              <a:rPr lang="en-US" dirty="0"/>
              <a:t> </a:t>
            </a:r>
            <a:r>
              <a:rPr lang="en-US" dirty="0" err="1"/>
              <a:t>tolalarni</a:t>
            </a:r>
            <a:r>
              <a:rPr lang="en-US" dirty="0"/>
              <a:t> </a:t>
            </a:r>
            <a:r>
              <a:rPr lang="en-US" dirty="0" err="1"/>
              <a:t>ajratib</a:t>
            </a:r>
            <a:r>
              <a:rPr lang="en-US" dirty="0"/>
              <a:t> </a:t>
            </a:r>
            <a:r>
              <a:rPr lang="en-US" dirty="0" err="1"/>
              <a:t>qavatdagi</a:t>
            </a:r>
            <a:r>
              <a:rPr lang="en-US" dirty="0"/>
              <a:t> </a:t>
            </a:r>
            <a:r>
              <a:rPr lang="en-US" dirty="0" err="1"/>
              <a:t>abonentlarga</a:t>
            </a:r>
            <a:r>
              <a:rPr lang="en-US" dirty="0"/>
              <a:t> </a:t>
            </a:r>
            <a:r>
              <a:rPr lang="en-US" dirty="0" err="1"/>
              <a:t>uzatadi</a:t>
            </a:r>
            <a:r>
              <a:rPr lang="en-US" dirty="0"/>
              <a:t> </a:t>
            </a:r>
            <a:r>
              <a:rPr lang="en-US" dirty="0" err="1"/>
              <a:t>va</a:t>
            </a:r>
            <a:r>
              <a:rPr lang="en-US" dirty="0"/>
              <a:t> </a:t>
            </a:r>
            <a:r>
              <a:rPr lang="en-US" dirty="0" err="1"/>
              <a:t>kabelni</a:t>
            </a:r>
            <a:r>
              <a:rPr lang="en-US" dirty="0"/>
              <a:t> </a:t>
            </a:r>
            <a:r>
              <a:rPr lang="en-US" dirty="0" err="1"/>
              <a:t>mahkamlash</a:t>
            </a:r>
            <a:r>
              <a:rPr lang="en-US" dirty="0"/>
              <a:t> </a:t>
            </a:r>
            <a:r>
              <a:rPr lang="en-US" dirty="0" err="1"/>
              <a:t>hamda</a:t>
            </a:r>
            <a:r>
              <a:rPr lang="en-US" dirty="0"/>
              <a:t> </a:t>
            </a:r>
            <a:r>
              <a:rPr lang="en-US" dirty="0" err="1"/>
              <a:t>ulanish</a:t>
            </a:r>
            <a:r>
              <a:rPr lang="en-US" dirty="0"/>
              <a:t> </a:t>
            </a:r>
            <a:r>
              <a:rPr lang="en-US" dirty="0" err="1"/>
              <a:t>joylarini</a:t>
            </a:r>
            <a:r>
              <a:rPr lang="en-US" dirty="0"/>
              <a:t> </a:t>
            </a:r>
            <a:r>
              <a:rPr lang="en-US" dirty="0" err="1"/>
              <a:t>himoya</a:t>
            </a:r>
            <a:r>
              <a:rPr lang="en-US" dirty="0"/>
              <a:t> </a:t>
            </a:r>
            <a:r>
              <a:rPr lang="en-US" dirty="0" err="1"/>
              <a:t>qilish</a:t>
            </a:r>
            <a:r>
              <a:rPr lang="en-US" dirty="0"/>
              <a:t> </a:t>
            </a:r>
            <a:r>
              <a:rPr lang="en-US" dirty="0" err="1"/>
              <a:t>vazifasini</a:t>
            </a:r>
            <a:r>
              <a:rPr lang="en-US" dirty="0"/>
              <a:t> </a:t>
            </a:r>
            <a:r>
              <a:rPr lang="en-US" dirty="0" err="1"/>
              <a:t>bajaradi</a:t>
            </a:r>
            <a:r>
              <a:rPr lang="en-US" dirty="0"/>
              <a:t>.</a:t>
            </a:r>
          </a:p>
          <a:p>
            <a:endParaRPr lang="ru-RU" dirty="0"/>
          </a:p>
        </p:txBody>
      </p:sp>
    </p:spTree>
    <p:extLst>
      <p:ext uri="{BB962C8B-B14F-4D97-AF65-F5344CB8AC3E}">
        <p14:creationId xmlns:p14="http://schemas.microsoft.com/office/powerpoint/2010/main" val="3866837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Объект 8">
            <a:extLst>
              <a:ext uri="{FF2B5EF4-FFF2-40B4-BE49-F238E27FC236}">
                <a16:creationId xmlns:a16="http://schemas.microsoft.com/office/drawing/2014/main" id="{C1094F17-18C0-42C9-A423-C19D82119988}"/>
              </a:ext>
            </a:extLst>
          </p:cNvPr>
          <p:cNvPicPr>
            <a:picLocks noGrp="1" noChangeAspect="1"/>
          </p:cNvPicPr>
          <p:nvPr>
            <p:ph idx="1"/>
          </p:nvPr>
        </p:nvPicPr>
        <p:blipFill>
          <a:blip r:embed="rId2"/>
          <a:stretch>
            <a:fillRect/>
          </a:stretch>
        </p:blipFill>
        <p:spPr>
          <a:xfrm>
            <a:off x="1853294" y="824593"/>
            <a:ext cx="6441620" cy="5181878"/>
          </a:xfrm>
        </p:spPr>
      </p:pic>
    </p:spTree>
    <p:extLst>
      <p:ext uri="{BB962C8B-B14F-4D97-AF65-F5344CB8AC3E}">
        <p14:creationId xmlns:p14="http://schemas.microsoft.com/office/powerpoint/2010/main" val="142158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4CEB0AB-565D-4706-9C25-D1FA7937C8C8}"/>
              </a:ext>
            </a:extLst>
          </p:cNvPr>
          <p:cNvSpPr>
            <a:spLocks noGrp="1"/>
          </p:cNvSpPr>
          <p:nvPr>
            <p:ph idx="1"/>
          </p:nvPr>
        </p:nvSpPr>
        <p:spPr>
          <a:xfrm>
            <a:off x="677334" y="424543"/>
            <a:ext cx="8596668" cy="5616819"/>
          </a:xfrm>
        </p:spPr>
        <p:txBody>
          <a:bodyPr>
            <a:normAutofit lnSpcReduction="10000"/>
          </a:bodyPr>
          <a:lstStyle/>
          <a:p>
            <a:r>
              <a:rPr lang="en-US" dirty="0" err="1"/>
              <a:t>Qavat</a:t>
            </a:r>
            <a:r>
              <a:rPr lang="en-US" dirty="0"/>
              <a:t> tar</a:t>
            </a:r>
            <a:r>
              <a:rPr lang="ru-RU" dirty="0" err="1"/>
              <a:t>моқлагичи</a:t>
            </a:r>
            <a:r>
              <a:rPr lang="ru-RU" dirty="0"/>
              <a:t> (</a:t>
            </a:r>
            <a:r>
              <a:rPr lang="en-US" dirty="0"/>
              <a:t>ET) </a:t>
            </a:r>
            <a:r>
              <a:rPr lang="en-US" dirty="0" err="1"/>
              <a:t>qavatlar</a:t>
            </a:r>
            <a:r>
              <a:rPr lang="en-US" dirty="0"/>
              <a:t> </a:t>
            </a:r>
            <a:r>
              <a:rPr lang="en-US" dirty="0" err="1"/>
              <a:t>orasidan</a:t>
            </a:r>
            <a:r>
              <a:rPr lang="en-US" dirty="0"/>
              <a:t> </a:t>
            </a:r>
            <a:r>
              <a:rPr lang="en-US" dirty="0" err="1"/>
              <a:t>o‘tadigan</a:t>
            </a:r>
            <a:r>
              <a:rPr lang="en-US" dirty="0"/>
              <a:t> </a:t>
            </a:r>
            <a:r>
              <a:rPr lang="en-US" dirty="0" err="1"/>
              <a:t>optik</a:t>
            </a:r>
            <a:r>
              <a:rPr lang="en-US" dirty="0"/>
              <a:t> </a:t>
            </a:r>
            <a:r>
              <a:rPr lang="en-US" dirty="0" err="1"/>
              <a:t>tolali</a:t>
            </a:r>
            <a:r>
              <a:rPr lang="en-US" dirty="0"/>
              <a:t> </a:t>
            </a:r>
            <a:r>
              <a:rPr lang="en-US" dirty="0" err="1"/>
              <a:t>kabelni</a:t>
            </a:r>
            <a:r>
              <a:rPr lang="en-US" dirty="0"/>
              <a:t> </a:t>
            </a:r>
            <a:r>
              <a:rPr lang="en-US" dirty="0" err="1"/>
              <a:t>tarqatish</a:t>
            </a:r>
            <a:r>
              <a:rPr lang="en-US" dirty="0"/>
              <a:t>, </a:t>
            </a:r>
            <a:r>
              <a:rPr lang="en-US" dirty="0" err="1"/>
              <a:t>kabel</a:t>
            </a:r>
            <a:r>
              <a:rPr lang="en-US" dirty="0"/>
              <a:t> </a:t>
            </a:r>
            <a:r>
              <a:rPr lang="en-US" dirty="0" err="1"/>
              <a:t>zaxirasini</a:t>
            </a:r>
            <a:r>
              <a:rPr lang="en-US" dirty="0"/>
              <a:t> </a:t>
            </a:r>
            <a:r>
              <a:rPr lang="en-US" dirty="0" err="1"/>
              <a:t>joylashtirish</a:t>
            </a:r>
            <a:r>
              <a:rPr lang="en-US" dirty="0"/>
              <a:t> </a:t>
            </a:r>
            <a:r>
              <a:rPr lang="en-US" dirty="0" err="1"/>
              <a:t>va</a:t>
            </a:r>
            <a:r>
              <a:rPr lang="en-US" dirty="0"/>
              <a:t> </a:t>
            </a:r>
            <a:r>
              <a:rPr lang="en-US" dirty="0" err="1"/>
              <a:t>ulanish</a:t>
            </a:r>
            <a:r>
              <a:rPr lang="en-US" dirty="0"/>
              <a:t> </a:t>
            </a:r>
            <a:r>
              <a:rPr lang="en-US" dirty="0" err="1"/>
              <a:t>joylarini</a:t>
            </a:r>
            <a:r>
              <a:rPr lang="en-US" dirty="0"/>
              <a:t> </a:t>
            </a:r>
            <a:r>
              <a:rPr lang="en-US" dirty="0" err="1"/>
              <a:t>himoya</a:t>
            </a:r>
            <a:r>
              <a:rPr lang="en-US" dirty="0"/>
              <a:t> </a:t>
            </a:r>
            <a:r>
              <a:rPr lang="en-US" dirty="0" err="1"/>
              <a:t>qilish</a:t>
            </a:r>
            <a:r>
              <a:rPr lang="en-US" dirty="0"/>
              <a:t> </a:t>
            </a:r>
            <a:r>
              <a:rPr lang="en-US" dirty="0" err="1"/>
              <a:t>uchun</a:t>
            </a:r>
            <a:r>
              <a:rPr lang="en-US" dirty="0"/>
              <a:t> </a:t>
            </a:r>
            <a:r>
              <a:rPr lang="en-US" dirty="0" err="1"/>
              <a:t>ishlatiladi</a:t>
            </a:r>
            <a:r>
              <a:rPr lang="en-US" dirty="0"/>
              <a:t>. U </a:t>
            </a:r>
            <a:r>
              <a:rPr lang="en-US" dirty="0" err="1"/>
              <a:t>odatda</a:t>
            </a:r>
            <a:r>
              <a:rPr lang="en-US" dirty="0"/>
              <a:t> </a:t>
            </a:r>
            <a:r>
              <a:rPr lang="en-US" dirty="0" err="1"/>
              <a:t>optik</a:t>
            </a:r>
            <a:r>
              <a:rPr lang="en-US" dirty="0"/>
              <a:t> </a:t>
            </a:r>
            <a:r>
              <a:rPr lang="en-US" dirty="0" err="1"/>
              <a:t>kabel</a:t>
            </a:r>
            <a:r>
              <a:rPr lang="en-US" dirty="0"/>
              <a:t> </a:t>
            </a:r>
            <a:r>
              <a:rPr lang="en-US" dirty="0" err="1"/>
              <a:t>vertikal</a:t>
            </a:r>
            <a:r>
              <a:rPr lang="en-US" dirty="0"/>
              <a:t> </a:t>
            </a:r>
            <a:r>
              <a:rPr lang="en-US" dirty="0" err="1"/>
              <a:t>yo‘nalishda</a:t>
            </a:r>
            <a:r>
              <a:rPr lang="en-US" dirty="0"/>
              <a:t> </a:t>
            </a:r>
            <a:r>
              <a:rPr lang="en-US" dirty="0" err="1"/>
              <a:t>o‘tadigan</a:t>
            </a:r>
            <a:r>
              <a:rPr lang="en-US" dirty="0"/>
              <a:t> </a:t>
            </a:r>
            <a:r>
              <a:rPr lang="en-US" dirty="0" err="1"/>
              <a:t>joydan</a:t>
            </a:r>
            <a:r>
              <a:rPr lang="en-US" dirty="0"/>
              <a:t> </a:t>
            </a:r>
            <a:r>
              <a:rPr lang="en-US" dirty="0" err="1"/>
              <a:t>gorizontal</a:t>
            </a:r>
            <a:r>
              <a:rPr lang="en-US" dirty="0"/>
              <a:t> </a:t>
            </a:r>
            <a:r>
              <a:rPr lang="en-US" dirty="0" err="1"/>
              <a:t>yo‘nalishga</a:t>
            </a:r>
            <a:r>
              <a:rPr lang="en-US" dirty="0"/>
              <a:t> </a:t>
            </a:r>
            <a:r>
              <a:rPr lang="en-US" dirty="0" err="1"/>
              <a:t>o‘tadigan</a:t>
            </a:r>
            <a:r>
              <a:rPr lang="en-US" dirty="0"/>
              <a:t> </a:t>
            </a:r>
            <a:r>
              <a:rPr lang="en-US" dirty="0" err="1"/>
              <a:t>joyda</a:t>
            </a:r>
            <a:r>
              <a:rPr lang="en-US" dirty="0"/>
              <a:t> </a:t>
            </a:r>
            <a:r>
              <a:rPr lang="en-US" dirty="0" err="1"/>
              <a:t>o‘rnatiladi</a:t>
            </a:r>
            <a:r>
              <a:rPr lang="en-US" dirty="0"/>
              <a:t>. Tar</a:t>
            </a:r>
            <a:r>
              <a:rPr lang="ru-RU" dirty="0" err="1"/>
              <a:t>моқ</a:t>
            </a:r>
            <a:r>
              <a:rPr lang="en-US" dirty="0" err="1"/>
              <a:t>lagich</a:t>
            </a:r>
            <a:r>
              <a:rPr lang="en-US" dirty="0"/>
              <a:t> </a:t>
            </a:r>
            <a:r>
              <a:rPr lang="en-US" dirty="0" err="1"/>
              <a:t>qutisi</a:t>
            </a:r>
            <a:r>
              <a:rPr lang="en-US" dirty="0"/>
              <a:t> </a:t>
            </a:r>
            <a:r>
              <a:rPr lang="en-US" dirty="0" err="1"/>
              <a:t>ichida</a:t>
            </a:r>
            <a:r>
              <a:rPr lang="en-US" dirty="0"/>
              <a:t> </a:t>
            </a:r>
            <a:r>
              <a:rPr lang="en-US" dirty="0" err="1"/>
              <a:t>optik</a:t>
            </a:r>
            <a:r>
              <a:rPr lang="en-US" dirty="0"/>
              <a:t> </a:t>
            </a:r>
            <a:r>
              <a:rPr lang="en-US" dirty="0" err="1"/>
              <a:t>kabel</a:t>
            </a:r>
            <a:r>
              <a:rPr lang="en-US" dirty="0"/>
              <a:t> </a:t>
            </a:r>
            <a:r>
              <a:rPr lang="en-US" dirty="0" err="1"/>
              <a:t>zaxirasini</a:t>
            </a:r>
            <a:r>
              <a:rPr lang="en-US" dirty="0"/>
              <a:t> </a:t>
            </a:r>
            <a:r>
              <a:rPr lang="en-US" dirty="0" err="1"/>
              <a:t>tartibli</a:t>
            </a:r>
            <a:r>
              <a:rPr lang="en-US" dirty="0"/>
              <a:t> </a:t>
            </a:r>
            <a:r>
              <a:rPr lang="en-US" dirty="0" err="1"/>
              <a:t>joylashtirish</a:t>
            </a:r>
            <a:r>
              <a:rPr lang="en-US" dirty="0"/>
              <a:t> </a:t>
            </a:r>
            <a:r>
              <a:rPr lang="en-US" dirty="0" err="1"/>
              <a:t>uchun</a:t>
            </a:r>
            <a:r>
              <a:rPr lang="en-US" dirty="0"/>
              <a:t> </a:t>
            </a:r>
            <a:r>
              <a:rPr lang="en-US" dirty="0" err="1"/>
              <a:t>maxsus</a:t>
            </a:r>
            <a:r>
              <a:rPr lang="en-US" dirty="0"/>
              <a:t> </a:t>
            </a:r>
            <a:r>
              <a:rPr lang="en-US" dirty="0" err="1"/>
              <a:t>organayzerlar</a:t>
            </a:r>
            <a:r>
              <a:rPr lang="en-US" dirty="0"/>
              <a:t> </a:t>
            </a:r>
            <a:r>
              <a:rPr lang="en-US" dirty="0" err="1"/>
              <a:t>bo‘ladi</a:t>
            </a:r>
            <a:r>
              <a:rPr lang="en-US" dirty="0"/>
              <a:t> </a:t>
            </a:r>
            <a:r>
              <a:rPr lang="en-US" dirty="0" err="1"/>
              <a:t>va</a:t>
            </a:r>
            <a:r>
              <a:rPr lang="en-US" dirty="0"/>
              <a:t> </a:t>
            </a:r>
            <a:r>
              <a:rPr lang="en-US" dirty="0" err="1"/>
              <a:t>abonentlar</a:t>
            </a:r>
            <a:r>
              <a:rPr lang="en-US" dirty="0"/>
              <a:t> patch-</a:t>
            </a:r>
            <a:r>
              <a:rPr lang="en-US" dirty="0" err="1"/>
              <a:t>kord</a:t>
            </a:r>
            <a:r>
              <a:rPr lang="en-US" dirty="0"/>
              <a:t> </a:t>
            </a:r>
            <a:r>
              <a:rPr lang="en-US" dirty="0" err="1"/>
              <a:t>yordamida</a:t>
            </a:r>
            <a:r>
              <a:rPr lang="en-US" dirty="0"/>
              <a:t> </a:t>
            </a:r>
            <a:r>
              <a:rPr lang="en-US" dirty="0" err="1"/>
              <a:t>ulanadi</a:t>
            </a:r>
            <a:r>
              <a:rPr lang="en-US" dirty="0"/>
              <a:t>. Bu </a:t>
            </a:r>
            <a:r>
              <a:rPr lang="en-US" dirty="0" err="1"/>
              <a:t>qutining</a:t>
            </a:r>
            <a:r>
              <a:rPr lang="en-US" dirty="0"/>
              <a:t> </a:t>
            </a:r>
            <a:r>
              <a:rPr lang="en-US" dirty="0" err="1"/>
              <a:t>korpusi</a:t>
            </a:r>
            <a:r>
              <a:rPr lang="en-US" dirty="0"/>
              <a:t> </a:t>
            </a:r>
            <a:r>
              <a:rPr lang="en-US" dirty="0" err="1"/>
              <a:t>metall</a:t>
            </a:r>
            <a:r>
              <a:rPr lang="en-US" dirty="0"/>
              <a:t> </a:t>
            </a:r>
            <a:r>
              <a:rPr lang="en-US" dirty="0" err="1"/>
              <a:t>yoki</a:t>
            </a:r>
            <a:r>
              <a:rPr lang="en-US" dirty="0"/>
              <a:t> PVX </a:t>
            </a:r>
            <a:r>
              <a:rPr lang="en-US" dirty="0" err="1"/>
              <a:t>materialdan</a:t>
            </a:r>
            <a:r>
              <a:rPr lang="en-US" dirty="0"/>
              <a:t> </a:t>
            </a:r>
            <a:r>
              <a:rPr lang="en-US" dirty="0" err="1"/>
              <a:t>tayyorlanadi</a:t>
            </a:r>
            <a:r>
              <a:rPr lang="en-US" dirty="0"/>
              <a:t> </a:t>
            </a:r>
            <a:r>
              <a:rPr lang="en-US" dirty="0" err="1"/>
              <a:t>va</a:t>
            </a:r>
            <a:r>
              <a:rPr lang="en-US" dirty="0"/>
              <a:t> </a:t>
            </a:r>
            <a:r>
              <a:rPr lang="en-US" dirty="0" err="1"/>
              <a:t>unda</a:t>
            </a:r>
            <a:r>
              <a:rPr lang="en-US" dirty="0"/>
              <a:t> </a:t>
            </a:r>
            <a:r>
              <a:rPr lang="en-US" dirty="0" err="1"/>
              <a:t>qavatlararo</a:t>
            </a:r>
            <a:r>
              <a:rPr lang="en-US" dirty="0"/>
              <a:t> </a:t>
            </a:r>
            <a:r>
              <a:rPr lang="en-US" dirty="0" err="1"/>
              <a:t>truba</a:t>
            </a:r>
            <a:r>
              <a:rPr lang="en-US" dirty="0"/>
              <a:t> </a:t>
            </a:r>
            <a:r>
              <a:rPr lang="en-US" dirty="0" err="1"/>
              <a:t>yoki</a:t>
            </a:r>
            <a:r>
              <a:rPr lang="en-US" dirty="0"/>
              <a:t> </a:t>
            </a:r>
            <a:r>
              <a:rPr lang="en-US" dirty="0" err="1"/>
              <a:t>kabel-kanallar</a:t>
            </a:r>
            <a:r>
              <a:rPr lang="en-US" dirty="0"/>
              <a:t> </a:t>
            </a:r>
            <a:r>
              <a:rPr lang="en-US" dirty="0" err="1"/>
              <a:t>kirib</a:t>
            </a:r>
            <a:r>
              <a:rPr lang="en-US" dirty="0"/>
              <a:t> </a:t>
            </a:r>
            <a:r>
              <a:rPr lang="en-US" dirty="0" err="1"/>
              <a:t>chiqishi</a:t>
            </a:r>
            <a:r>
              <a:rPr lang="en-US" dirty="0"/>
              <a:t> </a:t>
            </a:r>
            <a:r>
              <a:rPr lang="en-US" dirty="0" err="1"/>
              <a:t>uchun</a:t>
            </a:r>
            <a:r>
              <a:rPr lang="en-US" dirty="0"/>
              <a:t> </a:t>
            </a:r>
            <a:r>
              <a:rPr lang="en-US" dirty="0" err="1"/>
              <a:t>maxsus</a:t>
            </a:r>
            <a:r>
              <a:rPr lang="en-US" dirty="0"/>
              <a:t> </a:t>
            </a:r>
            <a:r>
              <a:rPr lang="en-US" dirty="0" err="1"/>
              <a:t>teshiklar</a:t>
            </a:r>
            <a:r>
              <a:rPr lang="en-US" dirty="0"/>
              <a:t> </a:t>
            </a:r>
            <a:r>
              <a:rPr lang="en-US" dirty="0" err="1"/>
              <a:t>bo‘ladi</a:t>
            </a:r>
            <a:r>
              <a:rPr lang="en-US" dirty="0"/>
              <a:t>. </a:t>
            </a:r>
            <a:r>
              <a:rPr lang="en-US" dirty="0" err="1"/>
              <a:t>Abonent</a:t>
            </a:r>
            <a:r>
              <a:rPr lang="en-US" dirty="0"/>
              <a:t> </a:t>
            </a:r>
            <a:r>
              <a:rPr lang="en-US" dirty="0" err="1"/>
              <a:t>xonasida</a:t>
            </a:r>
            <a:r>
              <a:rPr lang="en-US" dirty="0"/>
              <a:t> </a:t>
            </a:r>
            <a:r>
              <a:rPr lang="en-US" dirty="0" err="1"/>
              <a:t>esa</a:t>
            </a:r>
            <a:r>
              <a:rPr lang="en-US" dirty="0"/>
              <a:t> </a:t>
            </a:r>
            <a:r>
              <a:rPr lang="en-US" dirty="0" err="1"/>
              <a:t>optik</a:t>
            </a:r>
            <a:r>
              <a:rPr lang="en-US" dirty="0"/>
              <a:t> </a:t>
            </a:r>
            <a:r>
              <a:rPr lang="en-US" dirty="0" err="1"/>
              <a:t>rozetka</a:t>
            </a:r>
            <a:r>
              <a:rPr lang="en-US" dirty="0"/>
              <a:t> </a:t>
            </a:r>
            <a:r>
              <a:rPr lang="en-US" dirty="0" err="1"/>
              <a:t>o‘rnatiladi</a:t>
            </a:r>
            <a:r>
              <a:rPr lang="en-US" dirty="0"/>
              <a:t> </a:t>
            </a:r>
            <a:r>
              <a:rPr lang="en-US" dirty="0" err="1"/>
              <a:t>va</a:t>
            </a:r>
            <a:r>
              <a:rPr lang="en-US" dirty="0"/>
              <a:t> u </a:t>
            </a:r>
            <a:r>
              <a:rPr lang="en-US" dirty="0" err="1"/>
              <a:t>optik</a:t>
            </a:r>
            <a:r>
              <a:rPr lang="en-US" dirty="0"/>
              <a:t> </a:t>
            </a:r>
            <a:r>
              <a:rPr lang="en-US" dirty="0" err="1"/>
              <a:t>kabelni</a:t>
            </a:r>
            <a:r>
              <a:rPr lang="en-US" dirty="0"/>
              <a:t> </a:t>
            </a:r>
            <a:r>
              <a:rPr lang="en-US" dirty="0" err="1"/>
              <a:t>abonent</a:t>
            </a:r>
            <a:r>
              <a:rPr lang="en-US" dirty="0"/>
              <a:t> </a:t>
            </a:r>
            <a:r>
              <a:rPr lang="en-US" dirty="0" err="1"/>
              <a:t>qurilmasiga</a:t>
            </a:r>
            <a:r>
              <a:rPr lang="en-US" dirty="0"/>
              <a:t> </a:t>
            </a:r>
            <a:r>
              <a:rPr lang="en-US" dirty="0" err="1"/>
              <a:t>ulash</a:t>
            </a:r>
            <a:r>
              <a:rPr lang="en-US" dirty="0"/>
              <a:t> </a:t>
            </a:r>
            <a:r>
              <a:rPr lang="en-US" dirty="0" err="1"/>
              <a:t>uchun</a:t>
            </a:r>
            <a:r>
              <a:rPr lang="en-US" dirty="0"/>
              <a:t> </a:t>
            </a:r>
            <a:r>
              <a:rPr lang="en-US" dirty="0" err="1"/>
              <a:t>ishlatiladi</a:t>
            </a:r>
            <a:r>
              <a:rPr lang="en-US" dirty="0"/>
              <a:t>, </a:t>
            </a:r>
            <a:r>
              <a:rPr lang="en-US" dirty="0" err="1"/>
              <a:t>uning</a:t>
            </a:r>
            <a:r>
              <a:rPr lang="en-US" dirty="0"/>
              <a:t> </a:t>
            </a:r>
            <a:r>
              <a:rPr lang="en-US" dirty="0" err="1"/>
              <a:t>ichida</a:t>
            </a:r>
            <a:r>
              <a:rPr lang="en-US" dirty="0"/>
              <a:t> ham </a:t>
            </a:r>
            <a:r>
              <a:rPr lang="en-US" dirty="0" err="1"/>
              <a:t>optik</a:t>
            </a:r>
            <a:r>
              <a:rPr lang="en-US" dirty="0"/>
              <a:t> </a:t>
            </a:r>
            <a:r>
              <a:rPr lang="en-US" dirty="0" err="1"/>
              <a:t>tolani</a:t>
            </a:r>
            <a:r>
              <a:rPr lang="en-US" dirty="0"/>
              <a:t> </a:t>
            </a:r>
            <a:r>
              <a:rPr lang="en-US" dirty="0" err="1"/>
              <a:t>zaxira</a:t>
            </a:r>
            <a:r>
              <a:rPr lang="en-US" dirty="0"/>
              <a:t> </a:t>
            </a:r>
            <a:r>
              <a:rPr lang="en-US" dirty="0" err="1"/>
              <a:t>qilib</a:t>
            </a:r>
            <a:r>
              <a:rPr lang="en-US" dirty="0"/>
              <a:t> </a:t>
            </a:r>
            <a:r>
              <a:rPr lang="en-US" dirty="0" err="1"/>
              <a:t>joylashtirish</a:t>
            </a:r>
            <a:r>
              <a:rPr lang="en-US" dirty="0"/>
              <a:t> </a:t>
            </a:r>
            <a:r>
              <a:rPr lang="en-US" dirty="0" err="1"/>
              <a:t>imkoniyati</a:t>
            </a:r>
            <a:r>
              <a:rPr lang="en-US" dirty="0"/>
              <a:t> </a:t>
            </a:r>
            <a:r>
              <a:rPr lang="en-US" dirty="0" err="1"/>
              <a:t>bo‘ladi</a:t>
            </a:r>
            <a:r>
              <a:rPr lang="en-US" dirty="0"/>
              <a:t>. </a:t>
            </a:r>
            <a:r>
              <a:rPr lang="en-US" dirty="0" err="1"/>
              <a:t>Optik</a:t>
            </a:r>
            <a:r>
              <a:rPr lang="en-US" dirty="0"/>
              <a:t> </a:t>
            </a:r>
            <a:r>
              <a:rPr lang="en-US" dirty="0" err="1"/>
              <a:t>kabel</a:t>
            </a:r>
            <a:r>
              <a:rPr lang="en-US" dirty="0"/>
              <a:t> </a:t>
            </a:r>
            <a:r>
              <a:rPr lang="en-US" dirty="0" err="1"/>
              <a:t>uchlarini</a:t>
            </a:r>
            <a:r>
              <a:rPr lang="en-US" dirty="0"/>
              <a:t> </a:t>
            </a:r>
            <a:r>
              <a:rPr lang="en-US" dirty="0" err="1"/>
              <a:t>payvandlash</a:t>
            </a:r>
            <a:r>
              <a:rPr lang="en-US" dirty="0"/>
              <a:t>, </a:t>
            </a:r>
            <a:r>
              <a:rPr lang="en-US" dirty="0" err="1"/>
              <a:t>mexanik</a:t>
            </a:r>
            <a:r>
              <a:rPr lang="en-US" dirty="0"/>
              <a:t> </a:t>
            </a:r>
            <a:r>
              <a:rPr lang="en-US" dirty="0" err="1"/>
              <a:t>ulagich</a:t>
            </a:r>
            <a:r>
              <a:rPr lang="en-US" dirty="0"/>
              <a:t> </a:t>
            </a:r>
            <a:r>
              <a:rPr lang="en-US" dirty="0" err="1"/>
              <a:t>yoki</a:t>
            </a:r>
            <a:r>
              <a:rPr lang="en-US" dirty="0"/>
              <a:t> </a:t>
            </a:r>
            <a:r>
              <a:rPr lang="en-US" dirty="0" err="1"/>
              <a:t>maxsus</a:t>
            </a:r>
            <a:r>
              <a:rPr lang="en-US" dirty="0"/>
              <a:t> </a:t>
            </a:r>
            <a:r>
              <a:rPr lang="en-US" dirty="0" err="1"/>
              <a:t>konnektor</a:t>
            </a:r>
            <a:r>
              <a:rPr lang="en-US" dirty="0"/>
              <a:t> </a:t>
            </a:r>
            <a:r>
              <a:rPr lang="en-US" dirty="0" err="1"/>
              <a:t>orqali</a:t>
            </a:r>
            <a:r>
              <a:rPr lang="en-US" dirty="0"/>
              <a:t> </a:t>
            </a:r>
            <a:r>
              <a:rPr lang="en-US" dirty="0" err="1"/>
              <a:t>ulash</a:t>
            </a:r>
            <a:r>
              <a:rPr lang="en-US" dirty="0"/>
              <a:t> </a:t>
            </a:r>
            <a:r>
              <a:rPr lang="en-US" dirty="0" err="1"/>
              <a:t>mumkin</a:t>
            </a:r>
            <a:r>
              <a:rPr lang="en-US" dirty="0"/>
              <a:t>. </a:t>
            </a:r>
            <a:r>
              <a:rPr lang="en-US" dirty="0" err="1"/>
              <a:t>Optik</a:t>
            </a:r>
            <a:r>
              <a:rPr lang="en-US" dirty="0"/>
              <a:t> </a:t>
            </a:r>
            <a:r>
              <a:rPr lang="en-US" dirty="0" err="1"/>
              <a:t>rozetka</a:t>
            </a:r>
            <a:r>
              <a:rPr lang="en-US" dirty="0"/>
              <a:t> </a:t>
            </a:r>
            <a:r>
              <a:rPr lang="en-US" dirty="0" err="1"/>
              <a:t>bir</a:t>
            </a:r>
            <a:r>
              <a:rPr lang="en-US" dirty="0"/>
              <a:t> </a:t>
            </a:r>
            <a:r>
              <a:rPr lang="en-US" dirty="0" err="1"/>
              <a:t>nechta</a:t>
            </a:r>
            <a:r>
              <a:rPr lang="en-US" dirty="0"/>
              <a:t> </a:t>
            </a:r>
            <a:r>
              <a:rPr lang="en-US" dirty="0" err="1"/>
              <a:t>optik</a:t>
            </a:r>
            <a:r>
              <a:rPr lang="en-US" dirty="0"/>
              <a:t> </a:t>
            </a:r>
            <a:r>
              <a:rPr lang="en-US" dirty="0" err="1"/>
              <a:t>tolani</a:t>
            </a:r>
            <a:r>
              <a:rPr lang="en-US" dirty="0"/>
              <a:t> </a:t>
            </a:r>
            <a:r>
              <a:rPr lang="en-US" dirty="0" err="1"/>
              <a:t>ulash</a:t>
            </a:r>
            <a:r>
              <a:rPr lang="en-US" dirty="0"/>
              <a:t> </a:t>
            </a:r>
            <a:r>
              <a:rPr lang="en-US" dirty="0" err="1"/>
              <a:t>imkoniyatiga</a:t>
            </a:r>
            <a:r>
              <a:rPr lang="en-US" dirty="0"/>
              <a:t> </a:t>
            </a:r>
            <a:r>
              <a:rPr lang="en-US" dirty="0" err="1"/>
              <a:t>ega</a:t>
            </a:r>
            <a:r>
              <a:rPr lang="en-US" dirty="0"/>
              <a:t> </a:t>
            </a:r>
            <a:r>
              <a:rPr lang="en-US" dirty="0" err="1"/>
              <a:t>bo‘lishi</a:t>
            </a:r>
            <a:r>
              <a:rPr lang="en-US" dirty="0"/>
              <a:t> </a:t>
            </a:r>
            <a:r>
              <a:rPr lang="en-US" dirty="0" err="1"/>
              <a:t>kerak</a:t>
            </a:r>
            <a:r>
              <a:rPr lang="en-US" dirty="0"/>
              <a:t>. </a:t>
            </a:r>
            <a:r>
              <a:rPr lang="en-US" dirty="0" err="1"/>
              <a:t>Bundan</a:t>
            </a:r>
            <a:r>
              <a:rPr lang="en-US" dirty="0"/>
              <a:t> </a:t>
            </a:r>
            <a:r>
              <a:rPr lang="en-US" dirty="0" err="1"/>
              <a:t>tashqari</a:t>
            </a:r>
            <a:r>
              <a:rPr lang="en-US" dirty="0"/>
              <a:t> </a:t>
            </a:r>
            <a:r>
              <a:rPr lang="en-US" dirty="0" err="1"/>
              <a:t>optik</a:t>
            </a:r>
            <a:r>
              <a:rPr lang="en-US" dirty="0"/>
              <a:t> </a:t>
            </a:r>
            <a:r>
              <a:rPr lang="en-US" dirty="0" err="1"/>
              <a:t>splitterlar</a:t>
            </a:r>
            <a:r>
              <a:rPr lang="en-US" dirty="0"/>
              <a:t> ham </a:t>
            </a:r>
            <a:r>
              <a:rPr lang="en-US" dirty="0" err="1"/>
              <a:t>ishlatiladi</a:t>
            </a:r>
            <a:r>
              <a:rPr lang="en-US" dirty="0"/>
              <a:t>, </a:t>
            </a:r>
            <a:r>
              <a:rPr lang="en-US" dirty="0" err="1"/>
              <a:t>ular</a:t>
            </a:r>
            <a:r>
              <a:rPr lang="en-US" dirty="0"/>
              <a:t> </a:t>
            </a:r>
            <a:r>
              <a:rPr lang="en-US" dirty="0" err="1"/>
              <a:t>optik</a:t>
            </a:r>
            <a:r>
              <a:rPr lang="en-US" dirty="0"/>
              <a:t> </a:t>
            </a:r>
            <a:r>
              <a:rPr lang="en-US" dirty="0" err="1"/>
              <a:t>signalni</a:t>
            </a:r>
            <a:r>
              <a:rPr lang="en-US" dirty="0"/>
              <a:t> </a:t>
            </a:r>
            <a:r>
              <a:rPr lang="en-US" dirty="0" err="1"/>
              <a:t>bir</a:t>
            </a:r>
            <a:r>
              <a:rPr lang="en-US" dirty="0"/>
              <a:t> </a:t>
            </a:r>
            <a:r>
              <a:rPr lang="en-US" dirty="0" err="1"/>
              <a:t>nechta</a:t>
            </a:r>
            <a:r>
              <a:rPr lang="en-US" dirty="0"/>
              <a:t> </a:t>
            </a:r>
            <a:r>
              <a:rPr lang="en-US" dirty="0" err="1"/>
              <a:t>yo‘nalishga</a:t>
            </a:r>
            <a:r>
              <a:rPr lang="en-US" dirty="0"/>
              <a:t> </a:t>
            </a:r>
            <a:r>
              <a:rPr lang="en-US" dirty="0" err="1"/>
              <a:t>bo‘lib</a:t>
            </a:r>
            <a:r>
              <a:rPr lang="en-US" dirty="0"/>
              <a:t> </a:t>
            </a:r>
            <a:r>
              <a:rPr lang="en-US" dirty="0" err="1"/>
              <a:t>beradi</a:t>
            </a:r>
            <a:r>
              <a:rPr lang="en-US" dirty="0"/>
              <a:t>. </a:t>
            </a:r>
            <a:r>
              <a:rPr lang="en-US" dirty="0" err="1"/>
              <a:t>Splitterlar</a:t>
            </a:r>
            <a:r>
              <a:rPr lang="en-US" dirty="0"/>
              <a:t> </a:t>
            </a:r>
            <a:r>
              <a:rPr lang="en-US" dirty="0" err="1"/>
              <a:t>kirish</a:t>
            </a:r>
            <a:r>
              <a:rPr lang="en-US" dirty="0"/>
              <a:t> </a:t>
            </a:r>
            <a:r>
              <a:rPr lang="en-US" dirty="0" err="1"/>
              <a:t>va</a:t>
            </a:r>
            <a:r>
              <a:rPr lang="en-US" dirty="0"/>
              <a:t> </a:t>
            </a:r>
            <a:r>
              <a:rPr lang="en-US" dirty="0" err="1"/>
              <a:t>chiqish</a:t>
            </a:r>
            <a:r>
              <a:rPr lang="en-US" dirty="0"/>
              <a:t> </a:t>
            </a:r>
            <a:r>
              <a:rPr lang="en-US" dirty="0" err="1"/>
              <a:t>portlariga</a:t>
            </a:r>
            <a:r>
              <a:rPr lang="en-US" dirty="0"/>
              <a:t> </a:t>
            </a:r>
            <a:r>
              <a:rPr lang="en-US" dirty="0" err="1"/>
              <a:t>qarab</a:t>
            </a:r>
            <a:r>
              <a:rPr lang="en-US" dirty="0"/>
              <a:t> 1×N </a:t>
            </a:r>
            <a:r>
              <a:rPr lang="en-US" dirty="0" err="1"/>
              <a:t>yoki</a:t>
            </a:r>
            <a:r>
              <a:rPr lang="en-US" dirty="0"/>
              <a:t> 2×N </a:t>
            </a:r>
            <a:r>
              <a:rPr lang="en-US" dirty="0" err="1"/>
              <a:t>turda</a:t>
            </a:r>
            <a:r>
              <a:rPr lang="en-US" dirty="0"/>
              <a:t> </a:t>
            </a:r>
            <a:r>
              <a:rPr lang="en-US" dirty="0" err="1"/>
              <a:t>bo‘ladi</a:t>
            </a:r>
            <a:r>
              <a:rPr lang="en-US" dirty="0"/>
              <a:t>. </a:t>
            </a:r>
            <a:r>
              <a:rPr lang="en-US" dirty="0" err="1"/>
              <a:t>Chiqish</a:t>
            </a:r>
            <a:r>
              <a:rPr lang="en-US" dirty="0"/>
              <a:t> </a:t>
            </a:r>
            <a:r>
              <a:rPr lang="en-US" dirty="0" err="1"/>
              <a:t>portlari</a:t>
            </a:r>
            <a:r>
              <a:rPr lang="en-US" dirty="0"/>
              <a:t> </a:t>
            </a:r>
            <a:r>
              <a:rPr lang="en-US" dirty="0" err="1"/>
              <a:t>soni</a:t>
            </a:r>
            <a:r>
              <a:rPr lang="en-US" dirty="0"/>
              <a:t> </a:t>
            </a:r>
            <a:r>
              <a:rPr lang="en-US" dirty="0" err="1"/>
              <a:t>odatda</a:t>
            </a:r>
            <a:r>
              <a:rPr lang="en-US" dirty="0"/>
              <a:t> 2 </a:t>
            </a:r>
            <a:r>
              <a:rPr lang="en-US" dirty="0" err="1"/>
              <a:t>tadan</a:t>
            </a:r>
            <a:r>
              <a:rPr lang="en-US" dirty="0"/>
              <a:t> 64 </a:t>
            </a:r>
            <a:r>
              <a:rPr lang="en-US" dirty="0" err="1"/>
              <a:t>tagacha</a:t>
            </a:r>
            <a:r>
              <a:rPr lang="en-US" dirty="0"/>
              <a:t> </a:t>
            </a:r>
            <a:r>
              <a:rPr lang="en-US" dirty="0" err="1"/>
              <a:t>bo‘lishi</a:t>
            </a:r>
            <a:r>
              <a:rPr lang="en-US" dirty="0"/>
              <a:t> </a:t>
            </a:r>
            <a:r>
              <a:rPr lang="en-US" dirty="0" err="1"/>
              <a:t>mumkin</a:t>
            </a:r>
            <a:r>
              <a:rPr lang="en-US" dirty="0"/>
              <a:t>. 2×N </a:t>
            </a:r>
            <a:r>
              <a:rPr lang="en-US" dirty="0" err="1"/>
              <a:t>splitterlar</a:t>
            </a:r>
            <a:r>
              <a:rPr lang="en-US" dirty="0"/>
              <a:t> </a:t>
            </a:r>
            <a:r>
              <a:rPr lang="en-US" dirty="0" err="1"/>
              <a:t>asosan</a:t>
            </a:r>
            <a:r>
              <a:rPr lang="en-US" dirty="0"/>
              <a:t> </a:t>
            </a:r>
            <a:r>
              <a:rPr lang="en-US" dirty="0" err="1"/>
              <a:t>zaxira</a:t>
            </a:r>
            <a:r>
              <a:rPr lang="en-US" dirty="0"/>
              <a:t> </a:t>
            </a:r>
            <a:r>
              <a:rPr lang="en-US" dirty="0" err="1"/>
              <a:t>ulanish</a:t>
            </a:r>
            <a:r>
              <a:rPr lang="en-US" dirty="0"/>
              <a:t> </a:t>
            </a:r>
            <a:r>
              <a:rPr lang="en-US" dirty="0" err="1"/>
              <a:t>uchun</a:t>
            </a:r>
            <a:r>
              <a:rPr lang="en-US" dirty="0"/>
              <a:t> </a:t>
            </a:r>
            <a:r>
              <a:rPr lang="en-US" dirty="0" err="1"/>
              <a:t>ishlatiladi</a:t>
            </a:r>
            <a:r>
              <a:rPr lang="en-US" dirty="0"/>
              <a:t>. </a:t>
            </a:r>
            <a:r>
              <a:rPr lang="en-US" dirty="0" err="1"/>
              <a:t>Ko‘p</a:t>
            </a:r>
            <a:r>
              <a:rPr lang="en-US" dirty="0"/>
              <a:t> </a:t>
            </a:r>
            <a:r>
              <a:rPr lang="en-US" dirty="0" err="1"/>
              <a:t>qavatli</a:t>
            </a:r>
            <a:r>
              <a:rPr lang="en-US" dirty="0"/>
              <a:t> </a:t>
            </a:r>
            <a:r>
              <a:rPr lang="en-US" dirty="0" err="1"/>
              <a:t>binolarda</a:t>
            </a:r>
            <a:r>
              <a:rPr lang="en-US" dirty="0"/>
              <a:t> PON </a:t>
            </a:r>
            <a:r>
              <a:rPr lang="en-US" dirty="0" err="1"/>
              <a:t>tarmog‘i</a:t>
            </a:r>
            <a:r>
              <a:rPr lang="en-US" dirty="0"/>
              <a:t> </a:t>
            </a:r>
            <a:r>
              <a:rPr lang="en-US" dirty="0" err="1"/>
              <a:t>uchun</a:t>
            </a:r>
            <a:r>
              <a:rPr lang="en-US" dirty="0"/>
              <a:t> </a:t>
            </a:r>
            <a:r>
              <a:rPr lang="en-US" dirty="0" err="1"/>
              <a:t>odatda</a:t>
            </a:r>
            <a:r>
              <a:rPr lang="en-US" dirty="0"/>
              <a:t> </a:t>
            </a:r>
            <a:r>
              <a:rPr lang="en-US" dirty="0" err="1"/>
              <a:t>signalni</a:t>
            </a:r>
            <a:r>
              <a:rPr lang="en-US" dirty="0"/>
              <a:t> </a:t>
            </a:r>
            <a:r>
              <a:rPr lang="en-US" dirty="0" err="1"/>
              <a:t>teng</a:t>
            </a:r>
            <a:r>
              <a:rPr lang="en-US" dirty="0"/>
              <a:t> </a:t>
            </a:r>
            <a:r>
              <a:rPr lang="en-US" dirty="0" err="1"/>
              <a:t>bo‘lib</a:t>
            </a:r>
            <a:r>
              <a:rPr lang="en-US" dirty="0"/>
              <a:t> </a:t>
            </a:r>
            <a:r>
              <a:rPr lang="en-US" dirty="0" err="1"/>
              <a:t>beradigan</a:t>
            </a:r>
            <a:r>
              <a:rPr lang="en-US" dirty="0"/>
              <a:t> 1×2, 1×4, 1×8, 1×16, 1×32 </a:t>
            </a:r>
            <a:r>
              <a:rPr lang="en-US" dirty="0" err="1"/>
              <a:t>yoki</a:t>
            </a:r>
            <a:r>
              <a:rPr lang="en-US" dirty="0"/>
              <a:t> 1×64 </a:t>
            </a:r>
            <a:r>
              <a:rPr lang="en-US" dirty="0" err="1"/>
              <a:t>splitterlardan</a:t>
            </a:r>
            <a:r>
              <a:rPr lang="en-US" dirty="0"/>
              <a:t> </a:t>
            </a:r>
            <a:r>
              <a:rPr lang="en-US" dirty="0" err="1"/>
              <a:t>foydalaniladi</a:t>
            </a:r>
            <a:r>
              <a:rPr lang="en-US" dirty="0"/>
              <a:t>, </a:t>
            </a:r>
            <a:r>
              <a:rPr lang="en-US" dirty="0" err="1"/>
              <a:t>bu</a:t>
            </a:r>
            <a:r>
              <a:rPr lang="en-US" dirty="0"/>
              <a:t> </a:t>
            </a:r>
            <a:r>
              <a:rPr lang="en-US" dirty="0" err="1"/>
              <a:t>esa</a:t>
            </a:r>
            <a:r>
              <a:rPr lang="en-US" dirty="0"/>
              <a:t> </a:t>
            </a:r>
            <a:r>
              <a:rPr lang="en-US" dirty="0" err="1"/>
              <a:t>tarmoqni</a:t>
            </a:r>
            <a:r>
              <a:rPr lang="en-US" dirty="0"/>
              <a:t> </a:t>
            </a:r>
            <a:r>
              <a:rPr lang="en-US" dirty="0" err="1"/>
              <a:t>qurishni</a:t>
            </a:r>
            <a:r>
              <a:rPr lang="en-US" dirty="0"/>
              <a:t> </a:t>
            </a:r>
            <a:r>
              <a:rPr lang="en-US" dirty="0" err="1"/>
              <a:t>osonlashtiradi</a:t>
            </a:r>
            <a:r>
              <a:rPr lang="en-US" dirty="0"/>
              <a:t> </a:t>
            </a:r>
            <a:r>
              <a:rPr lang="en-US" dirty="0" err="1"/>
              <a:t>va</a:t>
            </a:r>
            <a:r>
              <a:rPr lang="en-US" dirty="0"/>
              <a:t> </a:t>
            </a:r>
            <a:r>
              <a:rPr lang="en-US" dirty="0" err="1"/>
              <a:t>xarajatlarni</a:t>
            </a:r>
            <a:r>
              <a:rPr lang="en-US" dirty="0"/>
              <a:t> </a:t>
            </a:r>
            <a:r>
              <a:rPr lang="en-US" dirty="0" err="1"/>
              <a:t>kamaytiradi</a:t>
            </a:r>
            <a:r>
              <a:rPr lang="en-US" dirty="0"/>
              <a:t>. </a:t>
            </a:r>
            <a:r>
              <a:rPr lang="en-US" dirty="0" err="1"/>
              <a:t>Optik</a:t>
            </a:r>
            <a:r>
              <a:rPr lang="en-US" dirty="0"/>
              <a:t> signal splitter </a:t>
            </a:r>
            <a:r>
              <a:rPr lang="en-US" dirty="0" err="1"/>
              <a:t>orqali</a:t>
            </a:r>
            <a:r>
              <a:rPr lang="en-US" dirty="0"/>
              <a:t> </a:t>
            </a:r>
            <a:r>
              <a:rPr lang="en-US" dirty="0" err="1"/>
              <a:t>bo‘linganda</a:t>
            </a:r>
            <a:r>
              <a:rPr lang="en-US" dirty="0"/>
              <a:t> </a:t>
            </a:r>
            <a:r>
              <a:rPr lang="en-US" dirty="0" err="1"/>
              <a:t>quvvat</a:t>
            </a:r>
            <a:r>
              <a:rPr lang="en-US" dirty="0"/>
              <a:t> </a:t>
            </a:r>
            <a:r>
              <a:rPr lang="en-US" dirty="0" err="1"/>
              <a:t>teng</a:t>
            </a:r>
            <a:r>
              <a:rPr lang="en-US" dirty="0"/>
              <a:t> </a:t>
            </a:r>
            <a:r>
              <a:rPr lang="en-US" dirty="0" err="1"/>
              <a:t>yoki</a:t>
            </a:r>
            <a:r>
              <a:rPr lang="en-US" dirty="0"/>
              <a:t> </a:t>
            </a:r>
            <a:r>
              <a:rPr lang="en-US" dirty="0" err="1"/>
              <a:t>notekis</a:t>
            </a:r>
            <a:r>
              <a:rPr lang="en-US" dirty="0"/>
              <a:t> </a:t>
            </a:r>
            <a:r>
              <a:rPr lang="en-US" dirty="0" err="1"/>
              <a:t>taqsimlanishi</a:t>
            </a:r>
            <a:r>
              <a:rPr lang="en-US" dirty="0"/>
              <a:t> </a:t>
            </a:r>
            <a:r>
              <a:rPr lang="en-US" dirty="0" err="1"/>
              <a:t>mumkin</a:t>
            </a:r>
            <a:r>
              <a:rPr lang="en-US" dirty="0"/>
              <a:t>, </a:t>
            </a:r>
            <a:r>
              <a:rPr lang="en-US" dirty="0" err="1"/>
              <a:t>masalan</a:t>
            </a:r>
            <a:r>
              <a:rPr lang="en-US" dirty="0"/>
              <a:t> </a:t>
            </a:r>
            <a:r>
              <a:rPr lang="en-US" dirty="0" err="1"/>
              <a:t>teng</a:t>
            </a:r>
            <a:r>
              <a:rPr lang="en-US" dirty="0"/>
              <a:t> </a:t>
            </a:r>
            <a:r>
              <a:rPr lang="en-US" dirty="0" err="1"/>
              <a:t>bo‘linganda</a:t>
            </a:r>
            <a:r>
              <a:rPr lang="en-US" dirty="0"/>
              <a:t> </a:t>
            </a:r>
            <a:r>
              <a:rPr lang="en-US" dirty="0" err="1"/>
              <a:t>to‘rt</a:t>
            </a:r>
            <a:r>
              <a:rPr lang="en-US" dirty="0"/>
              <a:t> </a:t>
            </a:r>
            <a:r>
              <a:rPr lang="en-US" dirty="0" err="1"/>
              <a:t>chiqishda</a:t>
            </a:r>
            <a:r>
              <a:rPr lang="en-US" dirty="0"/>
              <a:t> </a:t>
            </a:r>
            <a:r>
              <a:rPr lang="en-US" dirty="0" err="1"/>
              <a:t>har</a:t>
            </a:r>
            <a:r>
              <a:rPr lang="en-US" dirty="0"/>
              <a:t> </a:t>
            </a:r>
            <a:r>
              <a:rPr lang="en-US" dirty="0" err="1"/>
              <a:t>biri</a:t>
            </a:r>
            <a:r>
              <a:rPr lang="en-US" dirty="0"/>
              <a:t> </a:t>
            </a:r>
            <a:r>
              <a:rPr lang="en-US" dirty="0" err="1"/>
              <a:t>taxminan</a:t>
            </a:r>
            <a:r>
              <a:rPr lang="en-US" dirty="0"/>
              <a:t> 25% </a:t>
            </a:r>
            <a:r>
              <a:rPr lang="en-US" dirty="0" err="1"/>
              <a:t>quvvatga</a:t>
            </a:r>
            <a:r>
              <a:rPr lang="en-US" dirty="0"/>
              <a:t> </a:t>
            </a:r>
            <a:r>
              <a:rPr lang="en-US" dirty="0" err="1"/>
              <a:t>ega</a:t>
            </a:r>
            <a:r>
              <a:rPr lang="en-US" dirty="0"/>
              <a:t> </a:t>
            </a:r>
            <a:r>
              <a:rPr lang="en-US" dirty="0" err="1"/>
              <a:t>bo‘ladi</a:t>
            </a:r>
            <a:r>
              <a:rPr lang="en-US" dirty="0"/>
              <a:t>.</a:t>
            </a:r>
            <a:endParaRPr lang="ru-RU" dirty="0"/>
          </a:p>
        </p:txBody>
      </p:sp>
    </p:spTree>
    <p:extLst>
      <p:ext uri="{BB962C8B-B14F-4D97-AF65-F5344CB8AC3E}">
        <p14:creationId xmlns:p14="http://schemas.microsoft.com/office/powerpoint/2010/main" val="1670752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B1E7717-BD78-47F8-B1A7-74ADCAEFE742}"/>
              </a:ext>
            </a:extLst>
          </p:cNvPr>
          <p:cNvPicPr>
            <a:picLocks noChangeAspect="1"/>
          </p:cNvPicPr>
          <p:nvPr/>
        </p:nvPicPr>
        <p:blipFill>
          <a:blip r:embed="rId2"/>
          <a:stretch>
            <a:fillRect/>
          </a:stretch>
        </p:blipFill>
        <p:spPr>
          <a:xfrm>
            <a:off x="444513" y="3219911"/>
            <a:ext cx="6683319" cy="1920406"/>
          </a:xfrm>
          <a:prstGeom prst="rect">
            <a:avLst/>
          </a:prstGeom>
        </p:spPr>
      </p:pic>
      <p:pic>
        <p:nvPicPr>
          <p:cNvPr id="11" name="Объект 10">
            <a:extLst>
              <a:ext uri="{FF2B5EF4-FFF2-40B4-BE49-F238E27FC236}">
                <a16:creationId xmlns:a16="http://schemas.microsoft.com/office/drawing/2014/main" id="{26EE0E66-BEE6-42F0-A2AB-6A881FF42D5A}"/>
              </a:ext>
            </a:extLst>
          </p:cNvPr>
          <p:cNvPicPr>
            <a:picLocks noGrp="1" noChangeAspect="1"/>
          </p:cNvPicPr>
          <p:nvPr>
            <p:ph idx="1"/>
          </p:nvPr>
        </p:nvPicPr>
        <p:blipFill>
          <a:blip r:embed="rId3"/>
          <a:stretch>
            <a:fillRect/>
          </a:stretch>
        </p:blipFill>
        <p:spPr>
          <a:xfrm>
            <a:off x="264899" y="685200"/>
            <a:ext cx="7544454" cy="1798476"/>
          </a:xfrm>
        </p:spPr>
      </p:pic>
    </p:spTree>
    <p:extLst>
      <p:ext uri="{BB962C8B-B14F-4D97-AF65-F5344CB8AC3E}">
        <p14:creationId xmlns:p14="http://schemas.microsoft.com/office/powerpoint/2010/main" val="78341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34123F96-37ED-470D-ACB0-761CAAF7168D}"/>
              </a:ext>
            </a:extLst>
          </p:cNvPr>
          <p:cNvPicPr>
            <a:picLocks noGrp="1" noChangeAspect="1"/>
          </p:cNvPicPr>
          <p:nvPr>
            <p:ph idx="1"/>
          </p:nvPr>
        </p:nvPicPr>
        <p:blipFill>
          <a:blip r:embed="rId2"/>
          <a:stretch>
            <a:fillRect/>
          </a:stretch>
        </p:blipFill>
        <p:spPr>
          <a:xfrm>
            <a:off x="103392" y="295505"/>
            <a:ext cx="4160881" cy="2552921"/>
          </a:xfrm>
        </p:spPr>
      </p:pic>
      <p:pic>
        <p:nvPicPr>
          <p:cNvPr id="7" name="Рисунок 6">
            <a:extLst>
              <a:ext uri="{FF2B5EF4-FFF2-40B4-BE49-F238E27FC236}">
                <a16:creationId xmlns:a16="http://schemas.microsoft.com/office/drawing/2014/main" id="{9A3A2129-FADB-4810-8543-D505BDBD71A8}"/>
              </a:ext>
            </a:extLst>
          </p:cNvPr>
          <p:cNvPicPr>
            <a:picLocks noChangeAspect="1"/>
          </p:cNvPicPr>
          <p:nvPr/>
        </p:nvPicPr>
        <p:blipFill>
          <a:blip r:embed="rId3"/>
          <a:stretch>
            <a:fillRect/>
          </a:stretch>
        </p:blipFill>
        <p:spPr>
          <a:xfrm>
            <a:off x="4264273" y="51644"/>
            <a:ext cx="3482642" cy="2796782"/>
          </a:xfrm>
          <a:prstGeom prst="rect">
            <a:avLst/>
          </a:prstGeom>
        </p:spPr>
      </p:pic>
      <p:pic>
        <p:nvPicPr>
          <p:cNvPr id="9" name="Рисунок 8">
            <a:extLst>
              <a:ext uri="{FF2B5EF4-FFF2-40B4-BE49-F238E27FC236}">
                <a16:creationId xmlns:a16="http://schemas.microsoft.com/office/drawing/2014/main" id="{B9D244EB-2FB5-4FEB-938B-B17285870730}"/>
              </a:ext>
            </a:extLst>
          </p:cNvPr>
          <p:cNvPicPr>
            <a:picLocks noChangeAspect="1"/>
          </p:cNvPicPr>
          <p:nvPr/>
        </p:nvPicPr>
        <p:blipFill>
          <a:blip r:embed="rId4"/>
          <a:stretch>
            <a:fillRect/>
          </a:stretch>
        </p:blipFill>
        <p:spPr>
          <a:xfrm>
            <a:off x="7040698" y="133287"/>
            <a:ext cx="4168501" cy="1577477"/>
          </a:xfrm>
          <a:prstGeom prst="rect">
            <a:avLst/>
          </a:prstGeom>
        </p:spPr>
      </p:pic>
      <p:pic>
        <p:nvPicPr>
          <p:cNvPr id="12" name="Рисунок 11">
            <a:extLst>
              <a:ext uri="{FF2B5EF4-FFF2-40B4-BE49-F238E27FC236}">
                <a16:creationId xmlns:a16="http://schemas.microsoft.com/office/drawing/2014/main" id="{5A460DE6-5379-4C52-A3AB-59A8D6C55E8B}"/>
              </a:ext>
            </a:extLst>
          </p:cNvPr>
          <p:cNvPicPr>
            <a:picLocks noChangeAspect="1"/>
          </p:cNvPicPr>
          <p:nvPr/>
        </p:nvPicPr>
        <p:blipFill>
          <a:blip r:embed="rId5"/>
          <a:stretch>
            <a:fillRect/>
          </a:stretch>
        </p:blipFill>
        <p:spPr>
          <a:xfrm>
            <a:off x="261687" y="4306689"/>
            <a:ext cx="6309907" cy="2385267"/>
          </a:xfrm>
          <a:prstGeom prst="rect">
            <a:avLst/>
          </a:prstGeom>
        </p:spPr>
      </p:pic>
      <p:sp>
        <p:nvSpPr>
          <p:cNvPr id="14" name="TextBox 13">
            <a:extLst>
              <a:ext uri="{FF2B5EF4-FFF2-40B4-BE49-F238E27FC236}">
                <a16:creationId xmlns:a16="http://schemas.microsoft.com/office/drawing/2014/main" id="{4F2F997E-0443-440E-ABCE-2D6092BE889B}"/>
              </a:ext>
            </a:extLst>
          </p:cNvPr>
          <p:cNvSpPr txBox="1"/>
          <p:nvPr/>
        </p:nvSpPr>
        <p:spPr>
          <a:xfrm>
            <a:off x="440871" y="3429000"/>
            <a:ext cx="8805183" cy="646331"/>
          </a:xfrm>
          <a:prstGeom prst="rect">
            <a:avLst/>
          </a:prstGeom>
          <a:noFill/>
        </p:spPr>
        <p:txBody>
          <a:bodyPr wrap="square">
            <a:spAutoFit/>
          </a:bodyPr>
          <a:lstStyle/>
          <a:p>
            <a:r>
              <a:rPr lang="ru-RU" dirty="0"/>
              <a:t>9-жадвалда </a:t>
            </a:r>
            <a:r>
              <a:rPr lang="ru-RU" dirty="0" err="1"/>
              <a:t>иккита</a:t>
            </a:r>
            <a:r>
              <a:rPr lang="ru-RU" dirty="0"/>
              <a:t> </a:t>
            </a:r>
            <a:r>
              <a:rPr lang="ru-RU" dirty="0" err="1"/>
              <a:t>сифат</a:t>
            </a:r>
            <a:r>
              <a:rPr lang="ru-RU" dirty="0"/>
              <a:t> </a:t>
            </a:r>
            <a:r>
              <a:rPr lang="ru-RU" dirty="0" err="1"/>
              <a:t>класслари</a:t>
            </a:r>
            <a:r>
              <a:rPr lang="ru-RU" dirty="0"/>
              <a:t> </a:t>
            </a:r>
            <a:r>
              <a:rPr lang="ru-RU" dirty="0" err="1"/>
              <a:t>ва</a:t>
            </a:r>
            <a:r>
              <a:rPr lang="ru-RU" dirty="0"/>
              <a:t> </a:t>
            </a:r>
            <a:r>
              <a:rPr lang="en-US" dirty="0"/>
              <a:t>O</a:t>
            </a:r>
            <a:r>
              <a:rPr lang="ru-RU" dirty="0"/>
              <a:t>Т 1×</a:t>
            </a:r>
            <a:r>
              <a:rPr lang="en-US" dirty="0"/>
              <a:t>N </a:t>
            </a:r>
            <a:r>
              <a:rPr lang="ru-RU" dirty="0" err="1"/>
              <a:t>учун</a:t>
            </a:r>
            <a:r>
              <a:rPr lang="ru-RU" dirty="0"/>
              <a:t> 50/50 </a:t>
            </a:r>
            <a:r>
              <a:rPr lang="ru-RU" dirty="0" err="1"/>
              <a:t>бўлиниш</a:t>
            </a:r>
            <a:r>
              <a:rPr lang="ru-RU" dirty="0"/>
              <a:t> </a:t>
            </a:r>
            <a:r>
              <a:rPr lang="ru-RU" dirty="0" err="1"/>
              <a:t>коэффициентига</a:t>
            </a:r>
            <a:r>
              <a:rPr lang="ru-RU" dirty="0"/>
              <a:t> </a:t>
            </a:r>
            <a:r>
              <a:rPr lang="ru-RU" dirty="0" err="1"/>
              <a:t>эга</a:t>
            </a:r>
            <a:r>
              <a:rPr lang="ru-RU" dirty="0"/>
              <a:t> </a:t>
            </a:r>
            <a:r>
              <a:rPr lang="en-US" dirty="0"/>
              <a:t>O</a:t>
            </a:r>
            <a:r>
              <a:rPr lang="ru-RU" dirty="0"/>
              <a:t>Т 1×2 </a:t>
            </a:r>
            <a:r>
              <a:rPr lang="ru-RU" dirty="0" err="1"/>
              <a:t>нинг</a:t>
            </a:r>
            <a:r>
              <a:rPr lang="ru-RU" dirty="0"/>
              <a:t> </a:t>
            </a:r>
            <a:r>
              <a:rPr lang="ru-RU" dirty="0" err="1"/>
              <a:t>қиёсий</a:t>
            </a:r>
            <a:r>
              <a:rPr lang="ru-RU" dirty="0"/>
              <a:t> </a:t>
            </a:r>
            <a:r>
              <a:rPr lang="ru-RU" dirty="0" err="1"/>
              <a:t>характеристикалари</a:t>
            </a:r>
            <a:r>
              <a:rPr lang="ru-RU" dirty="0"/>
              <a:t> </a:t>
            </a:r>
            <a:r>
              <a:rPr lang="ru-RU" dirty="0" err="1"/>
              <a:t>келтирилган</a:t>
            </a:r>
            <a:r>
              <a:rPr lang="ru-RU" dirty="0"/>
              <a:t>. </a:t>
            </a:r>
          </a:p>
        </p:txBody>
      </p:sp>
    </p:spTree>
    <p:extLst>
      <p:ext uri="{BB962C8B-B14F-4D97-AF65-F5344CB8AC3E}">
        <p14:creationId xmlns:p14="http://schemas.microsoft.com/office/powerpoint/2010/main" val="518951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13C3E639-BC3E-4957-9143-081A0ECADA9C}"/>
              </a:ext>
            </a:extLst>
          </p:cNvPr>
          <p:cNvPicPr>
            <a:picLocks noGrp="1" noChangeAspect="1"/>
          </p:cNvPicPr>
          <p:nvPr>
            <p:ph idx="1"/>
          </p:nvPr>
        </p:nvPicPr>
        <p:blipFill>
          <a:blip r:embed="rId2"/>
          <a:stretch>
            <a:fillRect/>
          </a:stretch>
        </p:blipFill>
        <p:spPr>
          <a:xfrm>
            <a:off x="-608" y="731451"/>
            <a:ext cx="5893107" cy="2697549"/>
          </a:xfrm>
        </p:spPr>
      </p:pic>
      <p:sp>
        <p:nvSpPr>
          <p:cNvPr id="11" name="TextBox 10">
            <a:extLst>
              <a:ext uri="{FF2B5EF4-FFF2-40B4-BE49-F238E27FC236}">
                <a16:creationId xmlns:a16="http://schemas.microsoft.com/office/drawing/2014/main" id="{6C9F1289-98CD-4F3E-9EDA-60B91C516877}"/>
              </a:ext>
            </a:extLst>
          </p:cNvPr>
          <p:cNvSpPr txBox="1"/>
          <p:nvPr/>
        </p:nvSpPr>
        <p:spPr>
          <a:xfrm>
            <a:off x="269421" y="130630"/>
            <a:ext cx="8976633" cy="646331"/>
          </a:xfrm>
          <a:prstGeom prst="rect">
            <a:avLst/>
          </a:prstGeom>
          <a:noFill/>
        </p:spPr>
        <p:txBody>
          <a:bodyPr wrap="square">
            <a:spAutoFit/>
          </a:bodyPr>
          <a:lstStyle/>
          <a:p>
            <a:r>
              <a:rPr lang="ru-RU" dirty="0"/>
              <a:t>9-жадвалда </a:t>
            </a:r>
            <a:r>
              <a:rPr lang="ru-RU" dirty="0" err="1"/>
              <a:t>иккита</a:t>
            </a:r>
            <a:r>
              <a:rPr lang="ru-RU" dirty="0"/>
              <a:t> </a:t>
            </a:r>
            <a:r>
              <a:rPr lang="ru-RU" dirty="0" err="1"/>
              <a:t>сифат</a:t>
            </a:r>
            <a:r>
              <a:rPr lang="ru-RU" dirty="0"/>
              <a:t> </a:t>
            </a:r>
            <a:r>
              <a:rPr lang="ru-RU" dirty="0" err="1"/>
              <a:t>класслари</a:t>
            </a:r>
            <a:r>
              <a:rPr lang="ru-RU" dirty="0"/>
              <a:t> </a:t>
            </a:r>
            <a:r>
              <a:rPr lang="ru-RU" dirty="0" err="1"/>
              <a:t>ва</a:t>
            </a:r>
            <a:r>
              <a:rPr lang="ru-RU" dirty="0"/>
              <a:t> </a:t>
            </a:r>
            <a:r>
              <a:rPr lang="en-US" dirty="0"/>
              <a:t>O</a:t>
            </a:r>
            <a:r>
              <a:rPr lang="ru-RU" dirty="0"/>
              <a:t>Т 1×</a:t>
            </a:r>
            <a:r>
              <a:rPr lang="en-US" dirty="0"/>
              <a:t>N </a:t>
            </a:r>
            <a:r>
              <a:rPr lang="ru-RU" dirty="0" err="1"/>
              <a:t>учун</a:t>
            </a:r>
            <a:r>
              <a:rPr lang="ru-RU" dirty="0"/>
              <a:t> 50/50 </a:t>
            </a:r>
            <a:r>
              <a:rPr lang="ru-RU" dirty="0" err="1"/>
              <a:t>бўлиниш</a:t>
            </a:r>
            <a:r>
              <a:rPr lang="ru-RU" dirty="0"/>
              <a:t> </a:t>
            </a:r>
            <a:r>
              <a:rPr lang="ru-RU" dirty="0" err="1"/>
              <a:t>коэффициентига</a:t>
            </a:r>
            <a:r>
              <a:rPr lang="ru-RU" dirty="0"/>
              <a:t> </a:t>
            </a:r>
            <a:r>
              <a:rPr lang="ru-RU" dirty="0" err="1"/>
              <a:t>эга</a:t>
            </a:r>
            <a:r>
              <a:rPr lang="ru-RU" dirty="0"/>
              <a:t> </a:t>
            </a:r>
            <a:r>
              <a:rPr lang="en-US" dirty="0"/>
              <a:t>O</a:t>
            </a:r>
            <a:r>
              <a:rPr lang="ru-RU" dirty="0"/>
              <a:t>Т 1×2 </a:t>
            </a:r>
            <a:r>
              <a:rPr lang="ru-RU" dirty="0" err="1"/>
              <a:t>нинг</a:t>
            </a:r>
            <a:r>
              <a:rPr lang="ru-RU" dirty="0"/>
              <a:t> </a:t>
            </a:r>
            <a:r>
              <a:rPr lang="ru-RU" dirty="0" err="1"/>
              <a:t>қиёсий</a:t>
            </a:r>
            <a:r>
              <a:rPr lang="ru-RU" dirty="0"/>
              <a:t> </a:t>
            </a:r>
            <a:r>
              <a:rPr lang="ru-RU" dirty="0" err="1"/>
              <a:t>характеристикалари</a:t>
            </a:r>
            <a:r>
              <a:rPr lang="ru-RU" dirty="0"/>
              <a:t> </a:t>
            </a:r>
            <a:r>
              <a:rPr lang="ru-RU" dirty="0" err="1"/>
              <a:t>келтирилган</a:t>
            </a:r>
            <a:r>
              <a:rPr lang="ru-RU" dirty="0"/>
              <a:t>. </a:t>
            </a:r>
          </a:p>
        </p:txBody>
      </p:sp>
      <p:pic>
        <p:nvPicPr>
          <p:cNvPr id="13" name="Рисунок 12">
            <a:extLst>
              <a:ext uri="{FF2B5EF4-FFF2-40B4-BE49-F238E27FC236}">
                <a16:creationId xmlns:a16="http://schemas.microsoft.com/office/drawing/2014/main" id="{510A4516-876F-471C-9B9D-085F1ADE4122}"/>
              </a:ext>
            </a:extLst>
          </p:cNvPr>
          <p:cNvPicPr>
            <a:picLocks noChangeAspect="1"/>
          </p:cNvPicPr>
          <p:nvPr/>
        </p:nvPicPr>
        <p:blipFill>
          <a:blip r:embed="rId3"/>
          <a:stretch>
            <a:fillRect/>
          </a:stretch>
        </p:blipFill>
        <p:spPr>
          <a:xfrm>
            <a:off x="269422" y="3429000"/>
            <a:ext cx="7364186" cy="3153776"/>
          </a:xfrm>
          <a:prstGeom prst="rect">
            <a:avLst/>
          </a:prstGeom>
        </p:spPr>
      </p:pic>
      <p:pic>
        <p:nvPicPr>
          <p:cNvPr id="15" name="Рисунок 14">
            <a:extLst>
              <a:ext uri="{FF2B5EF4-FFF2-40B4-BE49-F238E27FC236}">
                <a16:creationId xmlns:a16="http://schemas.microsoft.com/office/drawing/2014/main" id="{F0C1F63F-B5BB-4137-8C0E-EA48E4DDFC10}"/>
              </a:ext>
            </a:extLst>
          </p:cNvPr>
          <p:cNvPicPr>
            <a:picLocks noChangeAspect="1"/>
          </p:cNvPicPr>
          <p:nvPr/>
        </p:nvPicPr>
        <p:blipFill>
          <a:blip r:embed="rId4"/>
          <a:stretch>
            <a:fillRect/>
          </a:stretch>
        </p:blipFill>
        <p:spPr>
          <a:xfrm>
            <a:off x="6915150" y="947057"/>
            <a:ext cx="5149818" cy="3657600"/>
          </a:xfrm>
          <a:prstGeom prst="rect">
            <a:avLst/>
          </a:prstGeom>
        </p:spPr>
      </p:pic>
    </p:spTree>
    <p:extLst>
      <p:ext uri="{BB962C8B-B14F-4D97-AF65-F5344CB8AC3E}">
        <p14:creationId xmlns:p14="http://schemas.microsoft.com/office/powerpoint/2010/main" val="135008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65DAE21-F74D-475F-BA6D-8CB5F72928E7}"/>
              </a:ext>
            </a:extLst>
          </p:cNvPr>
          <p:cNvSpPr>
            <a:spLocks noGrp="1"/>
          </p:cNvSpPr>
          <p:nvPr>
            <p:ph idx="1"/>
          </p:nvPr>
        </p:nvSpPr>
        <p:spPr>
          <a:xfrm>
            <a:off x="677334" y="318407"/>
            <a:ext cx="8596668" cy="5722955"/>
          </a:xfrm>
        </p:spPr>
        <p:txBody>
          <a:bodyPr/>
          <a:lstStyle/>
          <a:p>
            <a:r>
              <a:rPr lang="en-US" dirty="0" err="1"/>
              <a:t>Yangi</a:t>
            </a:r>
            <a:r>
              <a:rPr lang="en-US" dirty="0"/>
              <a:t> </a:t>
            </a:r>
            <a:r>
              <a:rPr lang="en-US" dirty="0" err="1"/>
              <a:t>optik</a:t>
            </a:r>
            <a:r>
              <a:rPr lang="en-US" dirty="0"/>
              <a:t> </a:t>
            </a:r>
            <a:r>
              <a:rPr lang="en-US" dirty="0" err="1"/>
              <a:t>tarmoqlarni</a:t>
            </a:r>
            <a:r>
              <a:rPr lang="en-US" dirty="0"/>
              <a:t> </a:t>
            </a:r>
            <a:r>
              <a:rPr lang="en-US" dirty="0" err="1"/>
              <a:t>qurishda</a:t>
            </a:r>
            <a:r>
              <a:rPr lang="en-US" dirty="0"/>
              <a:t> agar </a:t>
            </a:r>
            <a:r>
              <a:rPr lang="en-US" dirty="0" err="1"/>
              <a:t>optik</a:t>
            </a:r>
            <a:r>
              <a:rPr lang="en-US" dirty="0"/>
              <a:t> </a:t>
            </a:r>
            <a:r>
              <a:rPr lang="en-US" dirty="0" err="1"/>
              <a:t>taqsimlagich</a:t>
            </a:r>
            <a:r>
              <a:rPr lang="en-US" dirty="0"/>
              <a:t> (OT) </a:t>
            </a:r>
            <a:r>
              <a:rPr lang="en-US" dirty="0" err="1"/>
              <a:t>chiqish</a:t>
            </a:r>
            <a:r>
              <a:rPr lang="en-US" dirty="0"/>
              <a:t> </a:t>
            </a:r>
            <a:r>
              <a:rPr lang="en-US" dirty="0" err="1"/>
              <a:t>portlari</a:t>
            </a:r>
            <a:r>
              <a:rPr lang="en-US" dirty="0"/>
              <a:t> </a:t>
            </a:r>
            <a:r>
              <a:rPr lang="en-US" dirty="0" err="1"/>
              <a:t>soni</a:t>
            </a:r>
            <a:r>
              <a:rPr lang="en-US" dirty="0"/>
              <a:t> 4 </a:t>
            </a:r>
            <a:r>
              <a:rPr lang="en-US" dirty="0" err="1"/>
              <a:t>tadan</a:t>
            </a:r>
            <a:r>
              <a:rPr lang="en-US" dirty="0"/>
              <a:t> </a:t>
            </a:r>
            <a:r>
              <a:rPr lang="en-US" dirty="0" err="1"/>
              <a:t>ko‘p</a:t>
            </a:r>
            <a:r>
              <a:rPr lang="en-US" dirty="0"/>
              <a:t> </a:t>
            </a:r>
            <a:r>
              <a:rPr lang="en-US" dirty="0" err="1"/>
              <a:t>bo‘lsa</a:t>
            </a:r>
            <a:r>
              <a:rPr lang="en-US" dirty="0"/>
              <a:t>, </a:t>
            </a:r>
            <a:r>
              <a:rPr lang="en-US" dirty="0" err="1"/>
              <a:t>oddiy</a:t>
            </a:r>
            <a:r>
              <a:rPr lang="en-US" dirty="0"/>
              <a:t> </a:t>
            </a:r>
            <a:r>
              <a:rPr lang="en-US" dirty="0" err="1"/>
              <a:t>turdagi</a:t>
            </a:r>
            <a:r>
              <a:rPr lang="en-US" dirty="0"/>
              <a:t> </a:t>
            </a:r>
            <a:r>
              <a:rPr lang="en-US" dirty="0" err="1"/>
              <a:t>emas</a:t>
            </a:r>
            <a:r>
              <a:rPr lang="en-US" dirty="0"/>
              <a:t> </a:t>
            </a:r>
            <a:r>
              <a:rPr lang="en-US" dirty="0" err="1"/>
              <a:t>balki</a:t>
            </a:r>
            <a:r>
              <a:rPr lang="en-US" dirty="0"/>
              <a:t> </a:t>
            </a:r>
            <a:r>
              <a:rPr lang="en-US" b="1" dirty="0"/>
              <a:t>planar </a:t>
            </a:r>
            <a:r>
              <a:rPr lang="en-US" b="1" dirty="0" err="1"/>
              <a:t>turdagi</a:t>
            </a:r>
            <a:r>
              <a:rPr lang="en-US" b="1" dirty="0"/>
              <a:t> </a:t>
            </a:r>
            <a:r>
              <a:rPr lang="en-US" b="1" dirty="0" err="1"/>
              <a:t>optik</a:t>
            </a:r>
            <a:r>
              <a:rPr lang="en-US" b="1" dirty="0"/>
              <a:t> </a:t>
            </a:r>
            <a:r>
              <a:rPr lang="en-US" b="1" dirty="0" err="1"/>
              <a:t>taqsimlagichlardan</a:t>
            </a:r>
            <a:r>
              <a:rPr lang="en-US" dirty="0"/>
              <a:t> </a:t>
            </a:r>
            <a:r>
              <a:rPr lang="en-US" dirty="0" err="1"/>
              <a:t>foydalanish</a:t>
            </a:r>
            <a:r>
              <a:rPr lang="en-US" dirty="0"/>
              <a:t> </a:t>
            </a:r>
            <a:r>
              <a:rPr lang="en-US" dirty="0" err="1"/>
              <a:t>tavsiya</a:t>
            </a:r>
            <a:r>
              <a:rPr lang="en-US" dirty="0"/>
              <a:t> </a:t>
            </a:r>
            <a:r>
              <a:rPr lang="en-US" dirty="0" err="1"/>
              <a:t>etiladi</a:t>
            </a:r>
            <a:r>
              <a:rPr lang="en-US" dirty="0"/>
              <a:t>, </a:t>
            </a:r>
            <a:r>
              <a:rPr lang="en-US" dirty="0" err="1"/>
              <a:t>chunki</a:t>
            </a:r>
            <a:r>
              <a:rPr lang="en-US" dirty="0"/>
              <a:t> planar </a:t>
            </a:r>
            <a:r>
              <a:rPr lang="en-US" dirty="0" err="1"/>
              <a:t>splitterlar</a:t>
            </a:r>
            <a:r>
              <a:rPr lang="en-US" dirty="0"/>
              <a:t> </a:t>
            </a:r>
            <a:r>
              <a:rPr lang="en-US" dirty="0" err="1"/>
              <a:t>ko‘p</a:t>
            </a:r>
            <a:r>
              <a:rPr lang="en-US" dirty="0"/>
              <a:t> </a:t>
            </a:r>
            <a:r>
              <a:rPr lang="en-US" dirty="0" err="1"/>
              <a:t>portli</a:t>
            </a:r>
            <a:r>
              <a:rPr lang="en-US" dirty="0"/>
              <a:t> </a:t>
            </a:r>
            <a:r>
              <a:rPr lang="en-US" dirty="0" err="1"/>
              <a:t>bo‘lib</a:t>
            </a:r>
            <a:r>
              <a:rPr lang="en-US" dirty="0"/>
              <a:t>, </a:t>
            </a:r>
            <a:r>
              <a:rPr lang="en-US" dirty="0" err="1"/>
              <a:t>signalni</a:t>
            </a:r>
            <a:r>
              <a:rPr lang="en-US" dirty="0"/>
              <a:t> </a:t>
            </a:r>
            <a:r>
              <a:rPr lang="en-US" dirty="0" err="1"/>
              <a:t>ko‘p</a:t>
            </a:r>
            <a:r>
              <a:rPr lang="en-US" dirty="0"/>
              <a:t> </a:t>
            </a:r>
            <a:r>
              <a:rPr lang="en-US" dirty="0" err="1"/>
              <a:t>abonentlarga</a:t>
            </a:r>
            <a:r>
              <a:rPr lang="en-US" dirty="0"/>
              <a:t> </a:t>
            </a:r>
            <a:r>
              <a:rPr lang="en-US" dirty="0" err="1"/>
              <a:t>barqaror</a:t>
            </a:r>
            <a:r>
              <a:rPr lang="en-US" dirty="0"/>
              <a:t> </a:t>
            </a:r>
            <a:r>
              <a:rPr lang="en-US" dirty="0" err="1"/>
              <a:t>taqsimlash</a:t>
            </a:r>
            <a:r>
              <a:rPr lang="en-US" dirty="0"/>
              <a:t> </a:t>
            </a:r>
            <a:r>
              <a:rPr lang="en-US" dirty="0" err="1"/>
              <a:t>imkonini</a:t>
            </a:r>
            <a:r>
              <a:rPr lang="en-US" dirty="0"/>
              <a:t> </a:t>
            </a:r>
            <a:r>
              <a:rPr lang="en-US" dirty="0" err="1"/>
              <a:t>beradi</a:t>
            </a:r>
            <a:r>
              <a:rPr lang="en-US" dirty="0"/>
              <a:t>. </a:t>
            </a:r>
            <a:r>
              <a:rPr lang="en-US" dirty="0" err="1"/>
              <a:t>Optik</a:t>
            </a:r>
            <a:r>
              <a:rPr lang="en-US" dirty="0"/>
              <a:t> </a:t>
            </a:r>
            <a:r>
              <a:rPr lang="en-US" dirty="0" err="1"/>
              <a:t>tolalarni</a:t>
            </a:r>
            <a:r>
              <a:rPr lang="en-US" dirty="0"/>
              <a:t> </a:t>
            </a:r>
            <a:r>
              <a:rPr lang="en-US" dirty="0" err="1"/>
              <a:t>ulashda</a:t>
            </a:r>
            <a:r>
              <a:rPr lang="en-US" dirty="0"/>
              <a:t> </a:t>
            </a:r>
            <a:r>
              <a:rPr lang="en-US" dirty="0" err="1"/>
              <a:t>ajraladigan</a:t>
            </a:r>
            <a:r>
              <a:rPr lang="en-US" dirty="0"/>
              <a:t> </a:t>
            </a:r>
            <a:r>
              <a:rPr lang="en-US" dirty="0" err="1"/>
              <a:t>birikmalar</a:t>
            </a:r>
            <a:r>
              <a:rPr lang="en-US" dirty="0"/>
              <a:t>, </a:t>
            </a:r>
            <a:r>
              <a:rPr lang="en-US" dirty="0" err="1"/>
              <a:t>ya’ni</a:t>
            </a:r>
            <a:r>
              <a:rPr lang="en-US" dirty="0"/>
              <a:t> </a:t>
            </a:r>
            <a:r>
              <a:rPr lang="en-US" b="1" dirty="0" err="1"/>
              <a:t>konnektorlar</a:t>
            </a:r>
            <a:r>
              <a:rPr lang="en-US" dirty="0"/>
              <a:t>, RH 45-217 </a:t>
            </a:r>
            <a:r>
              <a:rPr lang="en-US" dirty="0" err="1"/>
              <a:t>standartlari</a:t>
            </a:r>
            <a:r>
              <a:rPr lang="en-US" dirty="0"/>
              <a:t> </a:t>
            </a:r>
            <a:r>
              <a:rPr lang="en-US" dirty="0" err="1"/>
              <a:t>talablariga</a:t>
            </a:r>
            <a:r>
              <a:rPr lang="en-US" dirty="0"/>
              <a:t> </a:t>
            </a:r>
            <a:r>
              <a:rPr lang="en-US" dirty="0" err="1"/>
              <a:t>muvofiq</a:t>
            </a:r>
            <a:r>
              <a:rPr lang="en-US" dirty="0"/>
              <a:t> </a:t>
            </a:r>
            <a:r>
              <a:rPr lang="en-US" dirty="0" err="1"/>
              <a:t>optik</a:t>
            </a:r>
            <a:r>
              <a:rPr lang="en-US" dirty="0"/>
              <a:t> </a:t>
            </a:r>
            <a:r>
              <a:rPr lang="en-US" dirty="0" err="1"/>
              <a:t>kabel</a:t>
            </a:r>
            <a:r>
              <a:rPr lang="en-US" dirty="0"/>
              <a:t> </a:t>
            </a:r>
            <a:r>
              <a:rPr lang="en-US" dirty="0" err="1"/>
              <a:t>yoki</a:t>
            </a:r>
            <a:r>
              <a:rPr lang="en-US" dirty="0"/>
              <a:t> </a:t>
            </a:r>
            <a:r>
              <a:rPr lang="en-US" dirty="0" err="1"/>
              <a:t>optik</a:t>
            </a:r>
            <a:r>
              <a:rPr lang="en-US" dirty="0"/>
              <a:t> </a:t>
            </a:r>
            <a:r>
              <a:rPr lang="en-US" dirty="0" err="1"/>
              <a:t>tolaga</a:t>
            </a:r>
            <a:r>
              <a:rPr lang="en-US" dirty="0"/>
              <a:t> </a:t>
            </a:r>
            <a:r>
              <a:rPr lang="en-US" dirty="0" err="1"/>
              <a:t>o‘rnatilishi</a:t>
            </a:r>
            <a:r>
              <a:rPr lang="en-US" dirty="0"/>
              <a:t> </a:t>
            </a:r>
            <a:r>
              <a:rPr lang="en-US" dirty="0" err="1"/>
              <a:t>kerak</a:t>
            </a:r>
            <a:r>
              <a:rPr lang="en-US" dirty="0"/>
              <a:t>. PON </a:t>
            </a:r>
            <a:r>
              <a:rPr lang="en-US" dirty="0" err="1"/>
              <a:t>tarmog‘ining</a:t>
            </a:r>
            <a:r>
              <a:rPr lang="en-US" dirty="0"/>
              <a:t> </a:t>
            </a:r>
            <a:r>
              <a:rPr lang="en-US" dirty="0" err="1"/>
              <a:t>butun</a:t>
            </a:r>
            <a:r>
              <a:rPr lang="en-US" dirty="0"/>
              <a:t> </a:t>
            </a:r>
            <a:r>
              <a:rPr lang="en-US" dirty="0" err="1"/>
              <a:t>segmentida</a:t>
            </a:r>
            <a:r>
              <a:rPr lang="en-US" dirty="0"/>
              <a:t> </a:t>
            </a:r>
            <a:r>
              <a:rPr lang="en-US" dirty="0" err="1"/>
              <a:t>imkon</a:t>
            </a:r>
            <a:r>
              <a:rPr lang="en-US" dirty="0"/>
              <a:t> </a:t>
            </a:r>
            <a:r>
              <a:rPr lang="en-US" dirty="0" err="1"/>
              <a:t>qadar</a:t>
            </a:r>
            <a:r>
              <a:rPr lang="en-US" dirty="0"/>
              <a:t> </a:t>
            </a:r>
            <a:r>
              <a:rPr lang="en-US" b="1" dirty="0" err="1"/>
              <a:t>bir</a:t>
            </a:r>
            <a:r>
              <a:rPr lang="en-US" b="1" dirty="0"/>
              <a:t> </a:t>
            </a:r>
            <a:r>
              <a:rPr lang="en-US" b="1" dirty="0" err="1"/>
              <a:t>xil</a:t>
            </a:r>
            <a:r>
              <a:rPr lang="en-US" b="1" dirty="0"/>
              <a:t> </a:t>
            </a:r>
            <a:r>
              <a:rPr lang="en-US" b="1" dirty="0" err="1"/>
              <a:t>turdagi</a:t>
            </a:r>
            <a:r>
              <a:rPr lang="en-US" b="1" dirty="0"/>
              <a:t> </a:t>
            </a:r>
            <a:r>
              <a:rPr lang="en-US" b="1" dirty="0" err="1"/>
              <a:t>konnektorlarni</a:t>
            </a:r>
            <a:r>
              <a:rPr lang="en-US" b="1" dirty="0"/>
              <a:t> </a:t>
            </a:r>
            <a:r>
              <a:rPr lang="en-US" b="1" dirty="0" err="1"/>
              <a:t>ishlatish</a:t>
            </a:r>
            <a:r>
              <a:rPr lang="en-US" dirty="0"/>
              <a:t> </a:t>
            </a:r>
            <a:r>
              <a:rPr lang="en-US" dirty="0" err="1"/>
              <a:t>kerak</a:t>
            </a:r>
            <a:r>
              <a:rPr lang="en-US" dirty="0"/>
              <a:t>, </a:t>
            </a:r>
            <a:r>
              <a:rPr lang="en-US" dirty="0" err="1"/>
              <a:t>chunki</a:t>
            </a:r>
            <a:r>
              <a:rPr lang="en-US" dirty="0"/>
              <a:t> </a:t>
            </a:r>
            <a:r>
              <a:rPr lang="en-US" dirty="0" err="1"/>
              <a:t>bu</a:t>
            </a:r>
            <a:r>
              <a:rPr lang="en-US" dirty="0"/>
              <a:t> </a:t>
            </a:r>
            <a:r>
              <a:rPr lang="en-US" dirty="0" err="1"/>
              <a:t>tarmoqni</a:t>
            </a:r>
            <a:r>
              <a:rPr lang="en-US" dirty="0"/>
              <a:t> </a:t>
            </a:r>
            <a:r>
              <a:rPr lang="en-US" dirty="0" err="1"/>
              <a:t>yig‘ish</a:t>
            </a:r>
            <a:r>
              <a:rPr lang="en-US" dirty="0"/>
              <a:t> </a:t>
            </a:r>
            <a:r>
              <a:rPr lang="en-US" dirty="0" err="1"/>
              <a:t>va</a:t>
            </a:r>
            <a:r>
              <a:rPr lang="en-US" dirty="0"/>
              <a:t> </a:t>
            </a:r>
            <a:r>
              <a:rPr lang="en-US" dirty="0" err="1"/>
              <a:t>xizmat</a:t>
            </a:r>
            <a:r>
              <a:rPr lang="en-US" dirty="0"/>
              <a:t> </a:t>
            </a:r>
            <a:r>
              <a:rPr lang="en-US" dirty="0" err="1"/>
              <a:t>ko‘rsatishni</a:t>
            </a:r>
            <a:r>
              <a:rPr lang="en-US" dirty="0"/>
              <a:t> </a:t>
            </a:r>
            <a:r>
              <a:rPr lang="en-US" dirty="0" err="1"/>
              <a:t>osonlashtiradi</a:t>
            </a:r>
            <a:r>
              <a:rPr lang="en-US" dirty="0"/>
              <a:t>, </a:t>
            </a:r>
            <a:r>
              <a:rPr lang="en-US" dirty="0" err="1"/>
              <a:t>texnik</a:t>
            </a:r>
            <a:r>
              <a:rPr lang="en-US" dirty="0"/>
              <a:t> </a:t>
            </a:r>
            <a:r>
              <a:rPr lang="en-US" dirty="0" err="1"/>
              <a:t>xodimlarni</a:t>
            </a:r>
            <a:r>
              <a:rPr lang="en-US" dirty="0"/>
              <a:t> </a:t>
            </a:r>
            <a:r>
              <a:rPr lang="en-US" dirty="0" err="1"/>
              <a:t>tayyorlashni</a:t>
            </a:r>
            <a:r>
              <a:rPr lang="en-US" dirty="0"/>
              <a:t> </a:t>
            </a:r>
            <a:r>
              <a:rPr lang="en-US" dirty="0" err="1"/>
              <a:t>soddalashtiradi</a:t>
            </a:r>
            <a:r>
              <a:rPr lang="en-US" dirty="0"/>
              <a:t> </a:t>
            </a:r>
            <a:r>
              <a:rPr lang="en-US" dirty="0" err="1"/>
              <a:t>hamda</a:t>
            </a:r>
            <a:r>
              <a:rPr lang="en-US" dirty="0"/>
              <a:t> </a:t>
            </a:r>
            <a:r>
              <a:rPr lang="en-US" dirty="0" err="1"/>
              <a:t>ehtiyot</a:t>
            </a:r>
            <a:r>
              <a:rPr lang="en-US" dirty="0"/>
              <a:t> </a:t>
            </a:r>
            <a:r>
              <a:rPr lang="en-US" dirty="0" err="1"/>
              <a:t>qismlar</a:t>
            </a:r>
            <a:r>
              <a:rPr lang="en-US" dirty="0"/>
              <a:t> </a:t>
            </a:r>
            <a:r>
              <a:rPr lang="en-US" dirty="0" err="1"/>
              <a:t>va</a:t>
            </a:r>
            <a:r>
              <a:rPr lang="en-US" dirty="0"/>
              <a:t> </a:t>
            </a:r>
            <a:r>
              <a:rPr lang="en-US" dirty="0" err="1"/>
              <a:t>asboblar</a:t>
            </a:r>
            <a:r>
              <a:rPr lang="en-US" dirty="0"/>
              <a:t> </a:t>
            </a:r>
            <a:r>
              <a:rPr lang="en-US" dirty="0" err="1"/>
              <a:t>sonini</a:t>
            </a:r>
            <a:r>
              <a:rPr lang="en-US" dirty="0"/>
              <a:t> </a:t>
            </a:r>
            <a:r>
              <a:rPr lang="en-US" dirty="0" err="1"/>
              <a:t>kamaytiradi</a:t>
            </a:r>
            <a:r>
              <a:rPr lang="en-US" dirty="0"/>
              <a:t>. </a:t>
            </a:r>
            <a:r>
              <a:rPr lang="en-US" dirty="0" err="1"/>
              <a:t>Ba’zi</a:t>
            </a:r>
            <a:r>
              <a:rPr lang="en-US" dirty="0"/>
              <a:t> </a:t>
            </a:r>
            <a:r>
              <a:rPr lang="en-US" dirty="0" err="1"/>
              <a:t>holatlarda</a:t>
            </a:r>
            <a:r>
              <a:rPr lang="en-US" dirty="0"/>
              <a:t>, </a:t>
            </a:r>
            <a:r>
              <a:rPr lang="en-US" dirty="0" err="1"/>
              <a:t>ayniqsa</a:t>
            </a:r>
            <a:r>
              <a:rPr lang="en-US" dirty="0"/>
              <a:t> </a:t>
            </a:r>
            <a:r>
              <a:rPr lang="en-US" dirty="0" err="1"/>
              <a:t>ATSlarda</a:t>
            </a:r>
            <a:r>
              <a:rPr lang="en-US" dirty="0"/>
              <a:t> </a:t>
            </a:r>
            <a:r>
              <a:rPr lang="en-US" dirty="0" err="1"/>
              <a:t>katta</a:t>
            </a:r>
            <a:r>
              <a:rPr lang="en-US" dirty="0"/>
              <a:t> </a:t>
            </a:r>
            <a:r>
              <a:rPr lang="en-US" dirty="0" err="1"/>
              <a:t>hajmdagi</a:t>
            </a:r>
            <a:r>
              <a:rPr lang="en-US" dirty="0"/>
              <a:t> </a:t>
            </a:r>
            <a:r>
              <a:rPr lang="en-US" dirty="0" err="1"/>
              <a:t>kross</a:t>
            </a:r>
            <a:r>
              <a:rPr lang="en-US" dirty="0"/>
              <a:t> </a:t>
            </a:r>
            <a:r>
              <a:rPr lang="en-US" dirty="0" err="1"/>
              <a:t>panellar</a:t>
            </a:r>
            <a:r>
              <a:rPr lang="en-US" dirty="0"/>
              <a:t> </a:t>
            </a:r>
            <a:r>
              <a:rPr lang="en-US" dirty="0" err="1"/>
              <a:t>joylashishi</a:t>
            </a:r>
            <a:r>
              <a:rPr lang="en-US" dirty="0"/>
              <a:t> </a:t>
            </a:r>
            <a:r>
              <a:rPr lang="en-US" dirty="0" err="1"/>
              <a:t>kerak</a:t>
            </a:r>
            <a:r>
              <a:rPr lang="en-US" dirty="0"/>
              <a:t> </a:t>
            </a:r>
            <a:r>
              <a:rPr lang="en-US" dirty="0" err="1"/>
              <a:t>bo‘lganda</a:t>
            </a:r>
            <a:r>
              <a:rPr lang="en-US" dirty="0"/>
              <a:t> </a:t>
            </a:r>
            <a:r>
              <a:rPr lang="en-US" dirty="0" err="1"/>
              <a:t>va</a:t>
            </a:r>
            <a:r>
              <a:rPr lang="en-US" dirty="0"/>
              <a:t> </a:t>
            </a:r>
            <a:r>
              <a:rPr lang="en-US" dirty="0" err="1"/>
              <a:t>joyni</a:t>
            </a:r>
            <a:r>
              <a:rPr lang="en-US" dirty="0"/>
              <a:t> </a:t>
            </a:r>
            <a:r>
              <a:rPr lang="en-US" dirty="0" err="1"/>
              <a:t>tejash</a:t>
            </a:r>
            <a:r>
              <a:rPr lang="en-US" dirty="0"/>
              <a:t> </a:t>
            </a:r>
            <a:r>
              <a:rPr lang="en-US" dirty="0" err="1"/>
              <a:t>zarur</a:t>
            </a:r>
            <a:r>
              <a:rPr lang="en-US" dirty="0"/>
              <a:t> </a:t>
            </a:r>
            <a:r>
              <a:rPr lang="en-US" dirty="0" err="1"/>
              <a:t>bo‘lsa</a:t>
            </a:r>
            <a:r>
              <a:rPr lang="en-US" dirty="0"/>
              <a:t>, </a:t>
            </a:r>
            <a:r>
              <a:rPr lang="en-US" b="1" dirty="0"/>
              <a:t>LC </a:t>
            </a:r>
            <a:r>
              <a:rPr lang="en-US" b="1" dirty="0" err="1"/>
              <a:t>turidagi</a:t>
            </a:r>
            <a:r>
              <a:rPr lang="en-US" b="1" dirty="0"/>
              <a:t> </a:t>
            </a:r>
            <a:r>
              <a:rPr lang="en-US" b="1" dirty="0" err="1"/>
              <a:t>kichik</a:t>
            </a:r>
            <a:r>
              <a:rPr lang="en-US" b="1" dirty="0"/>
              <a:t> </a:t>
            </a:r>
            <a:r>
              <a:rPr lang="en-US" b="1" dirty="0" err="1"/>
              <a:t>o‘lchamli</a:t>
            </a:r>
            <a:r>
              <a:rPr lang="en-US" b="1" dirty="0"/>
              <a:t> </a:t>
            </a:r>
            <a:r>
              <a:rPr lang="en-US" b="1" dirty="0" err="1"/>
              <a:t>konnektorlar</a:t>
            </a:r>
            <a:r>
              <a:rPr lang="en-US" dirty="0"/>
              <a:t> </a:t>
            </a:r>
            <a:r>
              <a:rPr lang="en-US" dirty="0" err="1"/>
              <a:t>ishlatilishi</a:t>
            </a:r>
            <a:r>
              <a:rPr lang="en-US" dirty="0"/>
              <a:t> </a:t>
            </a:r>
            <a:r>
              <a:rPr lang="en-US" dirty="0" err="1"/>
              <a:t>mumkin</a:t>
            </a:r>
            <a:r>
              <a:rPr lang="en-US" dirty="0"/>
              <a:t>, </a:t>
            </a:r>
            <a:r>
              <a:rPr lang="en-US" dirty="0" err="1"/>
              <a:t>chunki</a:t>
            </a:r>
            <a:r>
              <a:rPr lang="en-US" dirty="0"/>
              <a:t> LC </a:t>
            </a:r>
            <a:r>
              <a:rPr lang="en-US" dirty="0" err="1"/>
              <a:t>konnektor</a:t>
            </a:r>
            <a:r>
              <a:rPr lang="en-US" dirty="0"/>
              <a:t> SC </a:t>
            </a:r>
            <a:r>
              <a:rPr lang="en-US" dirty="0" err="1"/>
              <a:t>konnektorga</a:t>
            </a:r>
            <a:r>
              <a:rPr lang="en-US" dirty="0"/>
              <a:t> </a:t>
            </a:r>
            <a:r>
              <a:rPr lang="en-US" dirty="0" err="1"/>
              <a:t>qaraganda</a:t>
            </a:r>
            <a:r>
              <a:rPr lang="en-US" dirty="0"/>
              <a:t> </a:t>
            </a:r>
            <a:r>
              <a:rPr lang="en-US" dirty="0" err="1"/>
              <a:t>taxminan</a:t>
            </a:r>
            <a:r>
              <a:rPr lang="en-US" dirty="0"/>
              <a:t> </a:t>
            </a:r>
            <a:r>
              <a:rPr lang="en-US" dirty="0" err="1"/>
              <a:t>ikki</a:t>
            </a:r>
            <a:r>
              <a:rPr lang="en-US" dirty="0"/>
              <a:t> </a:t>
            </a:r>
            <a:r>
              <a:rPr lang="en-US" dirty="0" err="1"/>
              <a:t>baravar</a:t>
            </a:r>
            <a:r>
              <a:rPr lang="en-US" dirty="0"/>
              <a:t> </a:t>
            </a:r>
            <a:r>
              <a:rPr lang="en-US" dirty="0" err="1"/>
              <a:t>kichik</a:t>
            </a:r>
            <a:r>
              <a:rPr lang="en-US" dirty="0"/>
              <a:t> </a:t>
            </a:r>
            <a:r>
              <a:rPr lang="en-US" dirty="0" err="1"/>
              <a:t>bo‘ladi</a:t>
            </a:r>
            <a:r>
              <a:rPr lang="en-US" dirty="0"/>
              <a:t> </a:t>
            </a:r>
            <a:r>
              <a:rPr lang="en-US" dirty="0" err="1"/>
              <a:t>va</a:t>
            </a:r>
            <a:r>
              <a:rPr lang="en-US" dirty="0"/>
              <a:t> </a:t>
            </a:r>
            <a:r>
              <a:rPr lang="en-US" dirty="0" err="1"/>
              <a:t>uning</a:t>
            </a:r>
            <a:r>
              <a:rPr lang="en-US" dirty="0"/>
              <a:t> </a:t>
            </a:r>
            <a:r>
              <a:rPr lang="en-US" dirty="0" err="1"/>
              <a:t>ferrula</a:t>
            </a:r>
            <a:r>
              <a:rPr lang="en-US" dirty="0"/>
              <a:t> </a:t>
            </a:r>
            <a:r>
              <a:rPr lang="en-US" dirty="0" err="1"/>
              <a:t>diametri</a:t>
            </a:r>
            <a:r>
              <a:rPr lang="en-US" dirty="0"/>
              <a:t> 1,25 mm </a:t>
            </a:r>
            <a:r>
              <a:rPr lang="en-US" dirty="0" err="1"/>
              <a:t>ni</a:t>
            </a:r>
            <a:r>
              <a:rPr lang="en-US" dirty="0"/>
              <a:t> </a:t>
            </a:r>
            <a:r>
              <a:rPr lang="en-US" dirty="0" err="1"/>
              <a:t>tashkil</a:t>
            </a:r>
            <a:r>
              <a:rPr lang="en-US" dirty="0"/>
              <a:t> </a:t>
            </a:r>
            <a:r>
              <a:rPr lang="en-US" dirty="0" err="1"/>
              <a:t>qiladi</a:t>
            </a:r>
            <a:r>
              <a:rPr lang="en-US" dirty="0"/>
              <a:t>, </a:t>
            </a:r>
            <a:r>
              <a:rPr lang="en-US" dirty="0" err="1"/>
              <a:t>shu</a:t>
            </a:r>
            <a:r>
              <a:rPr lang="en-US" dirty="0"/>
              <a:t> </a:t>
            </a:r>
            <a:r>
              <a:rPr lang="en-US" dirty="0" err="1"/>
              <a:t>sababli</a:t>
            </a:r>
            <a:r>
              <a:rPr lang="en-US" dirty="0"/>
              <a:t> patch </a:t>
            </a:r>
            <a:r>
              <a:rPr lang="en-US" dirty="0" err="1"/>
              <a:t>panelda</a:t>
            </a:r>
            <a:r>
              <a:rPr lang="en-US" dirty="0"/>
              <a:t> </a:t>
            </a:r>
            <a:r>
              <a:rPr lang="en-US" dirty="0" err="1"/>
              <a:t>ko‘proq</a:t>
            </a:r>
            <a:r>
              <a:rPr lang="en-US" dirty="0"/>
              <a:t> </a:t>
            </a:r>
            <a:r>
              <a:rPr lang="en-US" dirty="0" err="1"/>
              <a:t>portlarni</a:t>
            </a:r>
            <a:r>
              <a:rPr lang="en-US" dirty="0"/>
              <a:t> </a:t>
            </a:r>
            <a:r>
              <a:rPr lang="en-US" dirty="0" err="1"/>
              <a:t>zich</a:t>
            </a:r>
            <a:r>
              <a:rPr lang="en-US" dirty="0"/>
              <a:t> </a:t>
            </a:r>
            <a:r>
              <a:rPr lang="en-US" dirty="0" err="1"/>
              <a:t>joylashtirish</a:t>
            </a:r>
            <a:r>
              <a:rPr lang="en-US" dirty="0"/>
              <a:t> </a:t>
            </a:r>
            <a:r>
              <a:rPr lang="en-US" dirty="0" err="1"/>
              <a:t>mumkin</a:t>
            </a:r>
            <a:r>
              <a:rPr lang="en-US" dirty="0"/>
              <a:t> </a:t>
            </a:r>
            <a:r>
              <a:rPr lang="en-US" dirty="0" err="1"/>
              <a:t>bo‘ladi</a:t>
            </a:r>
            <a:r>
              <a:rPr lang="en-US" dirty="0"/>
              <a:t>, </a:t>
            </a:r>
            <a:r>
              <a:rPr lang="en-US" dirty="0" err="1"/>
              <a:t>bundan</a:t>
            </a:r>
            <a:r>
              <a:rPr lang="en-US" dirty="0"/>
              <a:t> </a:t>
            </a:r>
            <a:r>
              <a:rPr lang="en-US" dirty="0" err="1"/>
              <a:t>tashqari</a:t>
            </a:r>
            <a:r>
              <a:rPr lang="en-US" dirty="0"/>
              <a:t> LC </a:t>
            </a:r>
            <a:r>
              <a:rPr lang="en-US" dirty="0" err="1"/>
              <a:t>konnektor</a:t>
            </a:r>
            <a:r>
              <a:rPr lang="en-US" dirty="0"/>
              <a:t> </a:t>
            </a:r>
            <a:r>
              <a:rPr lang="en-US" dirty="0" err="1"/>
              <a:t>maxsus</a:t>
            </a:r>
            <a:r>
              <a:rPr lang="en-US" dirty="0"/>
              <a:t> </a:t>
            </a:r>
            <a:r>
              <a:rPr lang="en-US" dirty="0" err="1"/>
              <a:t>siqib</a:t>
            </a:r>
            <a:r>
              <a:rPr lang="en-US" dirty="0"/>
              <a:t> </a:t>
            </a:r>
            <a:r>
              <a:rPr lang="en-US" dirty="0" err="1"/>
              <a:t>turuvchi</a:t>
            </a:r>
            <a:r>
              <a:rPr lang="en-US" dirty="0"/>
              <a:t> </a:t>
            </a:r>
            <a:r>
              <a:rPr lang="en-US" dirty="0" err="1"/>
              <a:t>mexanizm</a:t>
            </a:r>
            <a:r>
              <a:rPr lang="en-US" dirty="0"/>
              <a:t> </a:t>
            </a:r>
            <a:r>
              <a:rPr lang="en-US" dirty="0" err="1"/>
              <a:t>yordamida</a:t>
            </a:r>
            <a:r>
              <a:rPr lang="en-US" dirty="0"/>
              <a:t> </a:t>
            </a:r>
            <a:r>
              <a:rPr lang="en-US" dirty="0" err="1"/>
              <a:t>mahkamlanadi</a:t>
            </a:r>
            <a:r>
              <a:rPr lang="en-US" dirty="0"/>
              <a:t> </a:t>
            </a:r>
            <a:r>
              <a:rPr lang="en-US" dirty="0" err="1"/>
              <a:t>va</a:t>
            </a:r>
            <a:r>
              <a:rPr lang="en-US" dirty="0"/>
              <a:t> </a:t>
            </a:r>
            <a:r>
              <a:rPr lang="en-US" dirty="0" err="1"/>
              <a:t>tasodifan</a:t>
            </a:r>
            <a:r>
              <a:rPr lang="en-US" dirty="0"/>
              <a:t> </a:t>
            </a:r>
            <a:r>
              <a:rPr lang="en-US" dirty="0" err="1"/>
              <a:t>ajralib</a:t>
            </a:r>
            <a:r>
              <a:rPr lang="en-US" dirty="0"/>
              <a:t> </a:t>
            </a:r>
            <a:r>
              <a:rPr lang="en-US" dirty="0" err="1"/>
              <a:t>ketmaydi</a:t>
            </a:r>
            <a:r>
              <a:rPr lang="en-US" dirty="0"/>
              <a:t>. Bino </a:t>
            </a:r>
            <a:r>
              <a:rPr lang="en-US" dirty="0" err="1"/>
              <a:t>ichida</a:t>
            </a:r>
            <a:r>
              <a:rPr lang="en-US" dirty="0"/>
              <a:t> </a:t>
            </a:r>
            <a:r>
              <a:rPr lang="en-US" dirty="0" err="1"/>
              <a:t>optik</a:t>
            </a:r>
            <a:r>
              <a:rPr lang="en-US" dirty="0"/>
              <a:t> </a:t>
            </a:r>
            <a:r>
              <a:rPr lang="en-US" dirty="0" err="1"/>
              <a:t>taqsimlash</a:t>
            </a:r>
            <a:r>
              <a:rPr lang="en-US" dirty="0"/>
              <a:t> </a:t>
            </a:r>
            <a:r>
              <a:rPr lang="en-US" dirty="0" err="1"/>
              <a:t>shkafi</a:t>
            </a:r>
            <a:r>
              <a:rPr lang="en-US" dirty="0"/>
              <a:t> (</a:t>
            </a:r>
            <a:r>
              <a:rPr lang="en-US" dirty="0" err="1"/>
              <a:t>OTSh</a:t>
            </a:r>
            <a:r>
              <a:rPr lang="en-US" dirty="0"/>
              <a:t>) patch-</a:t>
            </a:r>
            <a:r>
              <a:rPr lang="en-US" dirty="0" err="1"/>
              <a:t>panellarida</a:t>
            </a:r>
            <a:r>
              <a:rPr lang="en-US" dirty="0"/>
              <a:t> LC </a:t>
            </a:r>
            <a:r>
              <a:rPr lang="en-US" dirty="0" err="1"/>
              <a:t>konnektorlarni</a:t>
            </a:r>
            <a:r>
              <a:rPr lang="en-US" dirty="0"/>
              <a:t> </a:t>
            </a:r>
            <a:r>
              <a:rPr lang="en-US" dirty="0" err="1"/>
              <a:t>faqat</a:t>
            </a:r>
            <a:r>
              <a:rPr lang="en-US" dirty="0"/>
              <a:t> </a:t>
            </a:r>
            <a:r>
              <a:rPr lang="en-US" dirty="0" err="1"/>
              <a:t>ayrim</a:t>
            </a:r>
            <a:r>
              <a:rPr lang="en-US" dirty="0"/>
              <a:t> </a:t>
            </a:r>
            <a:r>
              <a:rPr lang="en-US" dirty="0" err="1"/>
              <a:t>holatlarda</a:t>
            </a:r>
            <a:r>
              <a:rPr lang="en-US" dirty="0"/>
              <a:t>, </a:t>
            </a:r>
            <a:r>
              <a:rPr lang="en-US" dirty="0" err="1"/>
              <a:t>ya’ni</a:t>
            </a:r>
            <a:r>
              <a:rPr lang="en-US" dirty="0"/>
              <a:t> bino </a:t>
            </a:r>
            <a:r>
              <a:rPr lang="en-US" dirty="0" err="1"/>
              <a:t>egasi</a:t>
            </a:r>
            <a:r>
              <a:rPr lang="en-US" dirty="0"/>
              <a:t> </a:t>
            </a:r>
            <a:r>
              <a:rPr lang="en-US" dirty="0" err="1"/>
              <a:t>qurilmaning</a:t>
            </a:r>
            <a:r>
              <a:rPr lang="en-US" dirty="0"/>
              <a:t> </a:t>
            </a:r>
            <a:r>
              <a:rPr lang="en-US" dirty="0" err="1"/>
              <a:t>juda</a:t>
            </a:r>
            <a:r>
              <a:rPr lang="en-US" dirty="0"/>
              <a:t> </a:t>
            </a:r>
            <a:r>
              <a:rPr lang="en-US" dirty="0" err="1"/>
              <a:t>kichik</a:t>
            </a:r>
            <a:r>
              <a:rPr lang="en-US" dirty="0"/>
              <a:t> </a:t>
            </a:r>
            <a:r>
              <a:rPr lang="en-US" dirty="0" err="1"/>
              <a:t>bo‘lishini</a:t>
            </a:r>
            <a:r>
              <a:rPr lang="en-US" dirty="0"/>
              <a:t> talab </a:t>
            </a:r>
            <a:r>
              <a:rPr lang="en-US" dirty="0" err="1"/>
              <a:t>qilganda</a:t>
            </a:r>
            <a:r>
              <a:rPr lang="en-US" dirty="0"/>
              <a:t> </a:t>
            </a:r>
            <a:r>
              <a:rPr lang="en-US" dirty="0" err="1"/>
              <a:t>va</a:t>
            </a:r>
            <a:r>
              <a:rPr lang="en-US" dirty="0"/>
              <a:t> </a:t>
            </a:r>
            <a:r>
              <a:rPr lang="en-US" dirty="0" err="1"/>
              <a:t>qurilma</a:t>
            </a:r>
            <a:r>
              <a:rPr lang="en-US" dirty="0"/>
              <a:t> </a:t>
            </a:r>
            <a:r>
              <a:rPr lang="en-US" dirty="0" err="1"/>
              <a:t>xizmat</a:t>
            </a:r>
            <a:r>
              <a:rPr lang="en-US" dirty="0"/>
              <a:t> </a:t>
            </a:r>
            <a:r>
              <a:rPr lang="en-US" dirty="0" err="1"/>
              <a:t>ko‘rsatish</a:t>
            </a:r>
            <a:r>
              <a:rPr lang="en-US" dirty="0"/>
              <a:t> </a:t>
            </a:r>
            <a:r>
              <a:rPr lang="en-US" dirty="0" err="1"/>
              <a:t>uchun</a:t>
            </a:r>
            <a:r>
              <a:rPr lang="en-US" dirty="0"/>
              <a:t> </a:t>
            </a:r>
            <a:r>
              <a:rPr lang="en-US" dirty="0" err="1"/>
              <a:t>qulay</a:t>
            </a:r>
            <a:r>
              <a:rPr lang="en-US" dirty="0"/>
              <a:t> </a:t>
            </a:r>
            <a:r>
              <a:rPr lang="en-US" dirty="0" err="1"/>
              <a:t>joyda</a:t>
            </a:r>
            <a:r>
              <a:rPr lang="en-US" dirty="0"/>
              <a:t> </a:t>
            </a:r>
            <a:r>
              <a:rPr lang="en-US" dirty="0" err="1"/>
              <a:t>o‘rnatilganda</a:t>
            </a:r>
            <a:r>
              <a:rPr lang="en-US" dirty="0"/>
              <a:t> </a:t>
            </a:r>
            <a:r>
              <a:rPr lang="en-US" dirty="0" err="1"/>
              <a:t>qo‘llashga</a:t>
            </a:r>
            <a:r>
              <a:rPr lang="en-US" dirty="0"/>
              <a:t> </a:t>
            </a:r>
            <a:r>
              <a:rPr lang="en-US" dirty="0" err="1"/>
              <a:t>ruxsat</a:t>
            </a:r>
            <a:r>
              <a:rPr lang="en-US" dirty="0"/>
              <a:t> </a:t>
            </a:r>
            <a:r>
              <a:rPr lang="en-US" dirty="0" err="1"/>
              <a:t>beriladi</a:t>
            </a:r>
            <a:r>
              <a:rPr lang="en-US" dirty="0"/>
              <a:t>. </a:t>
            </a:r>
            <a:endParaRPr lang="ru-RU" dirty="0"/>
          </a:p>
        </p:txBody>
      </p:sp>
    </p:spTree>
    <p:extLst>
      <p:ext uri="{BB962C8B-B14F-4D97-AF65-F5344CB8AC3E}">
        <p14:creationId xmlns:p14="http://schemas.microsoft.com/office/powerpoint/2010/main" val="2268922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79D0108-3703-46CA-AAA4-64F6B0FD27E8}"/>
              </a:ext>
            </a:extLst>
          </p:cNvPr>
          <p:cNvSpPr>
            <a:spLocks noGrp="1"/>
          </p:cNvSpPr>
          <p:nvPr>
            <p:ph idx="1"/>
          </p:nvPr>
        </p:nvSpPr>
        <p:spPr>
          <a:xfrm>
            <a:off x="677334" y="334737"/>
            <a:ext cx="8596668" cy="5706626"/>
          </a:xfrm>
        </p:spPr>
        <p:txBody>
          <a:bodyPr/>
          <a:lstStyle/>
          <a:p>
            <a:r>
              <a:rPr lang="en-US"/>
              <a:t>Agar optik taqsimlash qutilari yoki shkaflari ko‘chada o‘rnatilsa, tashqi muhit sharoitlari tez-tez o‘zgarishi sababli </a:t>
            </a:r>
            <a:r>
              <a:rPr lang="en-US" b="1"/>
              <a:t>FC yoki E2000 turidagi konnektorlar</a:t>
            </a:r>
            <a:r>
              <a:rPr lang="en-US"/>
              <a:t> ishlatilishi kerak, chunki bu konnektorlar chang tushishidan yaxshi himoya qiladi va optik kontakt yuzasining barqaror ishlashini ta’minlaydi, shuning uchun ko‘cha sharoitida boshqa turdagi konnektorlarni ishlatishga ruxsat berilmaydi. Optik tolalarning uchlari taqsimlash va abonent liniyalarida ishlov berilganda esa odatda </a:t>
            </a:r>
            <a:r>
              <a:rPr lang="en-US" b="1"/>
              <a:t>NPC SC konnektorlar</a:t>
            </a:r>
            <a:r>
              <a:rPr lang="en-US"/>
              <a:t> qo‘llanadi. Ajralmaydigan birikmalar haqida gap ketganda, optik tolalar RH 45-217 standartlari talablariga muvofiq ikki xil usulda ulanadi: birinchisi </a:t>
            </a:r>
            <a:r>
              <a:rPr lang="en-US" b="1"/>
              <a:t>payvandlash (svarka) usuli</a:t>
            </a:r>
            <a:r>
              <a:rPr lang="en-US"/>
              <a:t>, ikkinchisi esa </a:t>
            </a:r>
            <a:r>
              <a:rPr lang="en-US" b="1"/>
              <a:t>mexanik ulash usuli</a:t>
            </a:r>
            <a:r>
              <a:rPr lang="en-US"/>
              <a:t>. Mexanik ulash uchun maxsus qurilma ishlatiladi va u </a:t>
            </a:r>
            <a:r>
              <a:rPr lang="en-US" b="1"/>
              <a:t>splice (splays)</a:t>
            </a:r>
            <a:r>
              <a:rPr lang="en-US"/>
              <a:t> deb ataladi; splice optik tolalarni bir-biriga mexanik tarzda mahkamlab ulaydi va payvandlash apparati bo‘lmagan holatlarda yoki vaqtinchalik ulanishlarda qo‘llanadi, uning konstruktsiyasi maxsus korpus va tolalarni to‘g‘ri joylashtirib mahkamlab turuvchi elementlardan iborat bo‘ladi.</a:t>
            </a:r>
          </a:p>
        </p:txBody>
      </p:sp>
    </p:spTree>
    <p:extLst>
      <p:ext uri="{BB962C8B-B14F-4D97-AF65-F5344CB8AC3E}">
        <p14:creationId xmlns:p14="http://schemas.microsoft.com/office/powerpoint/2010/main" val="877484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1C4FFC00-B90D-4A36-87FB-296DE07CDBC8}"/>
              </a:ext>
            </a:extLst>
          </p:cNvPr>
          <p:cNvPicPr>
            <a:picLocks noGrp="1" noChangeAspect="1"/>
          </p:cNvPicPr>
          <p:nvPr>
            <p:ph idx="1"/>
          </p:nvPr>
        </p:nvPicPr>
        <p:blipFill>
          <a:blip r:embed="rId2"/>
          <a:stretch>
            <a:fillRect/>
          </a:stretch>
        </p:blipFill>
        <p:spPr>
          <a:xfrm>
            <a:off x="489857" y="302079"/>
            <a:ext cx="9013371" cy="5437414"/>
          </a:xfrm>
        </p:spPr>
      </p:pic>
    </p:spTree>
    <p:extLst>
      <p:ext uri="{BB962C8B-B14F-4D97-AF65-F5344CB8AC3E}">
        <p14:creationId xmlns:p14="http://schemas.microsoft.com/office/powerpoint/2010/main" val="2982135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F5F9236-38D9-4D7B-B101-0A071C36A343}"/>
              </a:ext>
            </a:extLst>
          </p:cNvPr>
          <p:cNvSpPr>
            <a:spLocks noGrp="1"/>
          </p:cNvSpPr>
          <p:nvPr>
            <p:ph idx="1"/>
          </p:nvPr>
        </p:nvSpPr>
        <p:spPr>
          <a:xfrm>
            <a:off x="677334" y="2808513"/>
            <a:ext cx="8596668" cy="3748075"/>
          </a:xfrm>
        </p:spPr>
        <p:txBody>
          <a:bodyPr>
            <a:normAutofit fontScale="85000" lnSpcReduction="20000"/>
          </a:bodyPr>
          <a:lstStyle/>
          <a:p>
            <a:r>
              <a:rPr lang="en-US" dirty="0"/>
              <a:t>Splice — </a:t>
            </a:r>
            <a:r>
              <a:rPr lang="en-US" dirty="0" err="1"/>
              <a:t>bu</a:t>
            </a:r>
            <a:r>
              <a:rPr lang="en-US" dirty="0"/>
              <a:t> </a:t>
            </a:r>
            <a:r>
              <a:rPr lang="en-US" dirty="0" err="1"/>
              <a:t>optik</a:t>
            </a:r>
            <a:r>
              <a:rPr lang="en-US" dirty="0"/>
              <a:t> </a:t>
            </a:r>
            <a:r>
              <a:rPr lang="en-US" dirty="0" err="1"/>
              <a:t>tolalarni</a:t>
            </a:r>
            <a:r>
              <a:rPr lang="en-US" dirty="0"/>
              <a:t> </a:t>
            </a:r>
            <a:r>
              <a:rPr lang="en-US" dirty="0" err="1"/>
              <a:t>mexanik</a:t>
            </a:r>
            <a:r>
              <a:rPr lang="en-US" dirty="0"/>
              <a:t> </a:t>
            </a:r>
            <a:r>
              <a:rPr lang="en-US" dirty="0" err="1"/>
              <a:t>usulda</a:t>
            </a:r>
            <a:r>
              <a:rPr lang="en-US" dirty="0"/>
              <a:t> </a:t>
            </a:r>
            <a:r>
              <a:rPr lang="en-US" dirty="0" err="1"/>
              <a:t>ulash</a:t>
            </a:r>
            <a:r>
              <a:rPr lang="en-US" dirty="0"/>
              <a:t> </a:t>
            </a:r>
            <a:r>
              <a:rPr lang="en-US" dirty="0" err="1"/>
              <a:t>uchun</a:t>
            </a:r>
            <a:r>
              <a:rPr lang="en-US" dirty="0"/>
              <a:t> </a:t>
            </a:r>
            <a:r>
              <a:rPr lang="en-US" dirty="0" err="1"/>
              <a:t>ishlatiladigan</a:t>
            </a:r>
            <a:r>
              <a:rPr lang="en-US" dirty="0"/>
              <a:t> </a:t>
            </a:r>
            <a:r>
              <a:rPr lang="en-US" dirty="0" err="1"/>
              <a:t>maxsus</a:t>
            </a:r>
            <a:r>
              <a:rPr lang="en-US" dirty="0"/>
              <a:t> </a:t>
            </a:r>
            <a:r>
              <a:rPr lang="en-US" dirty="0" err="1"/>
              <a:t>qurilma</a:t>
            </a:r>
            <a:r>
              <a:rPr lang="en-US" dirty="0"/>
              <a:t> </a:t>
            </a:r>
            <a:r>
              <a:rPr lang="en-US" dirty="0" err="1"/>
              <a:t>bo‘lib</a:t>
            </a:r>
            <a:r>
              <a:rPr lang="en-US" dirty="0"/>
              <a:t>, </a:t>
            </a:r>
            <a:r>
              <a:rPr lang="en-US" dirty="0" err="1"/>
              <a:t>unda</a:t>
            </a:r>
            <a:r>
              <a:rPr lang="en-US" dirty="0"/>
              <a:t> </a:t>
            </a:r>
            <a:r>
              <a:rPr lang="en-US" dirty="0" err="1"/>
              <a:t>tolalarning</a:t>
            </a:r>
            <a:r>
              <a:rPr lang="en-US" dirty="0"/>
              <a:t> </a:t>
            </a:r>
            <a:r>
              <a:rPr lang="en-US" dirty="0" err="1"/>
              <a:t>uchlari</a:t>
            </a:r>
            <a:r>
              <a:rPr lang="en-US" dirty="0"/>
              <a:t> </a:t>
            </a:r>
            <a:r>
              <a:rPr lang="en-US" dirty="0" err="1"/>
              <a:t>maxsus</a:t>
            </a:r>
            <a:r>
              <a:rPr lang="en-US" dirty="0"/>
              <a:t> </a:t>
            </a:r>
            <a:r>
              <a:rPr lang="en-US" dirty="0" err="1"/>
              <a:t>kanallar</a:t>
            </a:r>
            <a:r>
              <a:rPr lang="en-US" dirty="0"/>
              <a:t> </a:t>
            </a:r>
            <a:r>
              <a:rPr lang="en-US" dirty="0" err="1"/>
              <a:t>va</a:t>
            </a:r>
            <a:r>
              <a:rPr lang="en-US" dirty="0"/>
              <a:t> </a:t>
            </a:r>
            <a:r>
              <a:rPr lang="en-US" dirty="0" err="1"/>
              <a:t>yo‘naltiruvchilar</a:t>
            </a:r>
            <a:r>
              <a:rPr lang="en-US" dirty="0"/>
              <a:t> </a:t>
            </a:r>
            <a:r>
              <a:rPr lang="en-US" dirty="0" err="1"/>
              <a:t>orqali</a:t>
            </a:r>
            <a:r>
              <a:rPr lang="en-US" dirty="0"/>
              <a:t> </a:t>
            </a:r>
            <a:r>
              <a:rPr lang="en-US" dirty="0" err="1"/>
              <a:t>korpus</a:t>
            </a:r>
            <a:r>
              <a:rPr lang="en-US" dirty="0"/>
              <a:t> </a:t>
            </a:r>
            <a:r>
              <a:rPr lang="en-US" dirty="0" err="1"/>
              <a:t>ichiga</a:t>
            </a:r>
            <a:r>
              <a:rPr lang="en-US" dirty="0"/>
              <a:t> </a:t>
            </a:r>
            <a:r>
              <a:rPr lang="en-US" dirty="0" err="1"/>
              <a:t>kiritiladi</a:t>
            </a:r>
            <a:r>
              <a:rPr lang="en-US" dirty="0"/>
              <a:t> </a:t>
            </a:r>
            <a:r>
              <a:rPr lang="en-US" dirty="0" err="1"/>
              <a:t>va</a:t>
            </a:r>
            <a:r>
              <a:rPr lang="en-US" dirty="0"/>
              <a:t> </a:t>
            </a:r>
            <a:r>
              <a:rPr lang="en-US" dirty="0" err="1"/>
              <a:t>ular</a:t>
            </a:r>
            <a:r>
              <a:rPr lang="en-US" dirty="0"/>
              <a:t> </a:t>
            </a:r>
            <a:r>
              <a:rPr lang="en-US" dirty="0" err="1"/>
              <a:t>immersiya</a:t>
            </a:r>
            <a:r>
              <a:rPr lang="en-US" dirty="0"/>
              <a:t> </a:t>
            </a:r>
            <a:r>
              <a:rPr lang="en-US" dirty="0" err="1"/>
              <a:t>geli</a:t>
            </a:r>
            <a:r>
              <a:rPr lang="en-US" dirty="0"/>
              <a:t> </a:t>
            </a:r>
            <a:r>
              <a:rPr lang="en-US" dirty="0" err="1"/>
              <a:t>bilan</a:t>
            </a:r>
            <a:r>
              <a:rPr lang="en-US" dirty="0"/>
              <a:t> </a:t>
            </a:r>
            <a:r>
              <a:rPr lang="en-US" dirty="0" err="1"/>
              <a:t>to‘ldirilgan</a:t>
            </a:r>
            <a:r>
              <a:rPr lang="en-US" dirty="0"/>
              <a:t> </a:t>
            </a:r>
            <a:r>
              <a:rPr lang="en-US" dirty="0" err="1"/>
              <a:t>kamerada</a:t>
            </a:r>
            <a:r>
              <a:rPr lang="en-US" dirty="0"/>
              <a:t> </a:t>
            </a:r>
            <a:r>
              <a:rPr lang="en-US" dirty="0" err="1"/>
              <a:t>aniq</a:t>
            </a:r>
            <a:r>
              <a:rPr lang="en-US" dirty="0"/>
              <a:t> </a:t>
            </a:r>
            <a:r>
              <a:rPr lang="en-US" dirty="0" err="1"/>
              <a:t>qilib</a:t>
            </a:r>
            <a:r>
              <a:rPr lang="en-US" dirty="0"/>
              <a:t> </a:t>
            </a:r>
            <a:r>
              <a:rPr lang="en-US" dirty="0" err="1"/>
              <a:t>uchma-uch</a:t>
            </a:r>
            <a:r>
              <a:rPr lang="en-US" dirty="0"/>
              <a:t> </a:t>
            </a:r>
            <a:r>
              <a:rPr lang="en-US" dirty="0" err="1"/>
              <a:t>ulanadi</a:t>
            </a:r>
            <a:r>
              <a:rPr lang="en-US" dirty="0"/>
              <a:t>. Bu </a:t>
            </a:r>
            <a:r>
              <a:rPr lang="en-US" dirty="0" err="1"/>
              <a:t>gelning</a:t>
            </a:r>
            <a:r>
              <a:rPr lang="en-US" dirty="0"/>
              <a:t> </a:t>
            </a:r>
            <a:r>
              <a:rPr lang="en-US" dirty="0" err="1"/>
              <a:t>sinish</a:t>
            </a:r>
            <a:r>
              <a:rPr lang="en-US" dirty="0"/>
              <a:t> </a:t>
            </a:r>
            <a:r>
              <a:rPr lang="en-US" dirty="0" err="1"/>
              <a:t>ko‘rsatkichi</a:t>
            </a:r>
            <a:r>
              <a:rPr lang="en-US" dirty="0"/>
              <a:t> </a:t>
            </a:r>
            <a:r>
              <a:rPr lang="en-US" dirty="0" err="1"/>
              <a:t>optik</a:t>
            </a:r>
            <a:r>
              <a:rPr lang="en-US" dirty="0"/>
              <a:t> </a:t>
            </a:r>
            <a:r>
              <a:rPr lang="en-US" dirty="0" err="1"/>
              <a:t>tolaga</a:t>
            </a:r>
            <a:r>
              <a:rPr lang="en-US" dirty="0"/>
              <a:t> </a:t>
            </a:r>
            <a:r>
              <a:rPr lang="en-US" dirty="0" err="1"/>
              <a:t>yaqin</a:t>
            </a:r>
            <a:r>
              <a:rPr lang="en-US" dirty="0"/>
              <a:t> </a:t>
            </a:r>
            <a:r>
              <a:rPr lang="en-US" dirty="0" err="1"/>
              <a:t>bo‘lgani</a:t>
            </a:r>
            <a:r>
              <a:rPr lang="en-US" dirty="0"/>
              <a:t> </a:t>
            </a:r>
            <a:r>
              <a:rPr lang="en-US" dirty="0" err="1"/>
              <a:t>uchun</a:t>
            </a:r>
            <a:r>
              <a:rPr lang="en-US" dirty="0"/>
              <a:t> </a:t>
            </a:r>
            <a:r>
              <a:rPr lang="en-US" dirty="0" err="1"/>
              <a:t>signalning</a:t>
            </a:r>
            <a:r>
              <a:rPr lang="en-US" dirty="0"/>
              <a:t> </a:t>
            </a:r>
            <a:r>
              <a:rPr lang="en-US" dirty="0" err="1"/>
              <a:t>qaytishi</a:t>
            </a:r>
            <a:r>
              <a:rPr lang="en-US" dirty="0"/>
              <a:t> </a:t>
            </a:r>
            <a:r>
              <a:rPr lang="en-US" dirty="0" err="1"/>
              <a:t>va</a:t>
            </a:r>
            <a:r>
              <a:rPr lang="en-US" dirty="0"/>
              <a:t> </a:t>
            </a:r>
            <a:r>
              <a:rPr lang="en-US" dirty="0" err="1"/>
              <a:t>yo‘qotilishi</a:t>
            </a:r>
            <a:r>
              <a:rPr lang="en-US" dirty="0"/>
              <a:t> </a:t>
            </a:r>
            <a:r>
              <a:rPr lang="en-US" dirty="0" err="1"/>
              <a:t>kamayadi</a:t>
            </a:r>
            <a:r>
              <a:rPr lang="en-US" dirty="0"/>
              <a:t>. Splice </a:t>
            </a:r>
            <a:r>
              <a:rPr lang="en-US" dirty="0" err="1"/>
              <a:t>korpusi</a:t>
            </a:r>
            <a:r>
              <a:rPr lang="en-US" dirty="0"/>
              <a:t> </a:t>
            </a:r>
            <a:r>
              <a:rPr lang="en-US" dirty="0" err="1"/>
              <a:t>ustidan</a:t>
            </a:r>
            <a:r>
              <a:rPr lang="en-US" dirty="0"/>
              <a:t> </a:t>
            </a:r>
            <a:r>
              <a:rPr lang="en-US" dirty="0" err="1"/>
              <a:t>qopqoq</a:t>
            </a:r>
            <a:r>
              <a:rPr lang="en-US" dirty="0"/>
              <a:t> </a:t>
            </a:r>
            <a:r>
              <a:rPr lang="en-US" dirty="0" err="1"/>
              <a:t>bilan</a:t>
            </a:r>
            <a:r>
              <a:rPr lang="en-US" dirty="0"/>
              <a:t> </a:t>
            </a:r>
            <a:r>
              <a:rPr lang="en-US" dirty="0" err="1"/>
              <a:t>yopiladi</a:t>
            </a:r>
            <a:r>
              <a:rPr lang="en-US" dirty="0"/>
              <a:t> </a:t>
            </a:r>
            <a:r>
              <a:rPr lang="en-US" dirty="0" err="1"/>
              <a:t>va</a:t>
            </a:r>
            <a:r>
              <a:rPr lang="en-US" dirty="0"/>
              <a:t> </a:t>
            </a:r>
            <a:r>
              <a:rPr lang="en-US" dirty="0" err="1"/>
              <a:t>ulanish</a:t>
            </a:r>
            <a:r>
              <a:rPr lang="en-US" dirty="0"/>
              <a:t> </a:t>
            </a:r>
            <a:r>
              <a:rPr lang="en-US" dirty="0" err="1"/>
              <a:t>himoyalanadi</a:t>
            </a:r>
            <a:r>
              <a:rPr lang="en-US" dirty="0"/>
              <a:t>. </a:t>
            </a:r>
            <a:r>
              <a:rPr lang="en-US" dirty="0" err="1"/>
              <a:t>Splicedagi</a:t>
            </a:r>
            <a:r>
              <a:rPr lang="en-US" dirty="0"/>
              <a:t> signal </a:t>
            </a:r>
            <a:r>
              <a:rPr lang="en-US" dirty="0" err="1"/>
              <a:t>yo‘qotilishi</a:t>
            </a:r>
            <a:r>
              <a:rPr lang="en-US" dirty="0"/>
              <a:t> </a:t>
            </a:r>
            <a:r>
              <a:rPr lang="en-US" dirty="0" err="1"/>
              <a:t>odatda</a:t>
            </a:r>
            <a:r>
              <a:rPr lang="en-US" dirty="0"/>
              <a:t> 0,5 dB dan </a:t>
            </a:r>
            <a:r>
              <a:rPr lang="en-US" dirty="0" err="1"/>
              <a:t>oshmaydi</a:t>
            </a:r>
            <a:r>
              <a:rPr lang="en-US" dirty="0"/>
              <a:t>, </a:t>
            </a:r>
            <a:r>
              <a:rPr lang="en-US" dirty="0" err="1"/>
              <a:t>amalda</a:t>
            </a:r>
            <a:r>
              <a:rPr lang="en-US" dirty="0"/>
              <a:t> </a:t>
            </a:r>
            <a:r>
              <a:rPr lang="en-US" dirty="0" err="1"/>
              <a:t>esa</a:t>
            </a:r>
            <a:r>
              <a:rPr lang="en-US" dirty="0"/>
              <a:t> </a:t>
            </a:r>
            <a:r>
              <a:rPr lang="en-US" dirty="0" err="1"/>
              <a:t>ko‘pincha</a:t>
            </a:r>
            <a:r>
              <a:rPr lang="en-US" dirty="0"/>
              <a:t> </a:t>
            </a:r>
            <a:r>
              <a:rPr lang="en-US" dirty="0" err="1"/>
              <a:t>taxminan</a:t>
            </a:r>
            <a:r>
              <a:rPr lang="en-US" dirty="0"/>
              <a:t> 0,1 dB </a:t>
            </a:r>
            <a:r>
              <a:rPr lang="en-US" dirty="0" err="1"/>
              <a:t>atrofida</a:t>
            </a:r>
            <a:r>
              <a:rPr lang="en-US" dirty="0"/>
              <a:t> </a:t>
            </a:r>
            <a:r>
              <a:rPr lang="en-US" dirty="0" err="1"/>
              <a:t>bo‘ladi</a:t>
            </a:r>
            <a:r>
              <a:rPr lang="en-US" dirty="0"/>
              <a:t>. </a:t>
            </a:r>
            <a:r>
              <a:rPr lang="en-US" dirty="0" err="1"/>
              <a:t>Optik</a:t>
            </a:r>
            <a:r>
              <a:rPr lang="en-US" dirty="0"/>
              <a:t> </a:t>
            </a:r>
            <a:r>
              <a:rPr lang="en-US" dirty="0" err="1"/>
              <a:t>splitterli</a:t>
            </a:r>
            <a:r>
              <a:rPr lang="en-US" dirty="0"/>
              <a:t> </a:t>
            </a:r>
            <a:r>
              <a:rPr lang="en-US" dirty="0" err="1"/>
              <a:t>taqsimlash</a:t>
            </a:r>
            <a:r>
              <a:rPr lang="en-US" dirty="0"/>
              <a:t> </a:t>
            </a:r>
            <a:r>
              <a:rPr lang="en-US" dirty="0" err="1"/>
              <a:t>muftalari</a:t>
            </a:r>
            <a:r>
              <a:rPr lang="en-US" dirty="0"/>
              <a:t> </a:t>
            </a:r>
            <a:r>
              <a:rPr lang="en-US" dirty="0" err="1"/>
              <a:t>esa</a:t>
            </a:r>
            <a:r>
              <a:rPr lang="en-US" dirty="0"/>
              <a:t> </a:t>
            </a:r>
            <a:r>
              <a:rPr lang="en-US" dirty="0" err="1"/>
              <a:t>tashqi</a:t>
            </a:r>
            <a:r>
              <a:rPr lang="en-US" dirty="0"/>
              <a:t> </a:t>
            </a:r>
            <a:r>
              <a:rPr lang="en-US" dirty="0" err="1"/>
              <a:t>optik</a:t>
            </a:r>
            <a:r>
              <a:rPr lang="en-US" dirty="0"/>
              <a:t> </a:t>
            </a:r>
            <a:r>
              <a:rPr lang="en-US" dirty="0" err="1"/>
              <a:t>kabellarni</a:t>
            </a:r>
            <a:r>
              <a:rPr lang="en-US" dirty="0"/>
              <a:t> </a:t>
            </a:r>
            <a:r>
              <a:rPr lang="en-US" dirty="0" err="1"/>
              <a:t>ulash</a:t>
            </a:r>
            <a:r>
              <a:rPr lang="en-US" dirty="0"/>
              <a:t> </a:t>
            </a:r>
            <a:r>
              <a:rPr lang="en-US" dirty="0" err="1"/>
              <a:t>va</a:t>
            </a:r>
            <a:r>
              <a:rPr lang="en-US" dirty="0"/>
              <a:t> </a:t>
            </a:r>
            <a:r>
              <a:rPr lang="en-US" dirty="0" err="1"/>
              <a:t>signalni</a:t>
            </a:r>
            <a:r>
              <a:rPr lang="en-US" dirty="0"/>
              <a:t> </a:t>
            </a:r>
            <a:r>
              <a:rPr lang="en-US" dirty="0" err="1"/>
              <a:t>abonentlarga</a:t>
            </a:r>
            <a:r>
              <a:rPr lang="en-US" dirty="0"/>
              <a:t> </a:t>
            </a:r>
            <a:r>
              <a:rPr lang="en-US" dirty="0" err="1"/>
              <a:t>taqsimlash</a:t>
            </a:r>
            <a:r>
              <a:rPr lang="en-US" dirty="0"/>
              <a:t> </a:t>
            </a:r>
            <a:r>
              <a:rPr lang="en-US" dirty="0" err="1"/>
              <a:t>uchun</a:t>
            </a:r>
            <a:r>
              <a:rPr lang="en-US" dirty="0"/>
              <a:t> </a:t>
            </a:r>
            <a:r>
              <a:rPr lang="en-US" dirty="0" err="1"/>
              <a:t>ishlatiladi</a:t>
            </a:r>
            <a:r>
              <a:rPr lang="en-US" dirty="0"/>
              <a:t> </a:t>
            </a:r>
            <a:r>
              <a:rPr lang="en-US" dirty="0" err="1"/>
              <a:t>va</a:t>
            </a:r>
            <a:r>
              <a:rPr lang="en-US" dirty="0"/>
              <a:t> </a:t>
            </a:r>
            <a:r>
              <a:rPr lang="en-US" dirty="0" err="1"/>
              <a:t>ular</a:t>
            </a:r>
            <a:r>
              <a:rPr lang="en-US" dirty="0"/>
              <a:t> </a:t>
            </a:r>
            <a:r>
              <a:rPr lang="en-US" dirty="0" err="1"/>
              <a:t>suv</a:t>
            </a:r>
            <a:r>
              <a:rPr lang="en-US" dirty="0"/>
              <a:t>, </a:t>
            </a:r>
            <a:r>
              <a:rPr lang="en-US" dirty="0" err="1"/>
              <a:t>chang</a:t>
            </a:r>
            <a:r>
              <a:rPr lang="en-US" dirty="0"/>
              <a:t> </a:t>
            </a:r>
            <a:r>
              <a:rPr lang="en-US" dirty="0" err="1"/>
              <a:t>va</a:t>
            </a:r>
            <a:r>
              <a:rPr lang="en-US" dirty="0"/>
              <a:t> </a:t>
            </a:r>
            <a:r>
              <a:rPr lang="en-US" dirty="0" err="1"/>
              <a:t>tashqi</a:t>
            </a:r>
            <a:r>
              <a:rPr lang="en-US" dirty="0"/>
              <a:t> </a:t>
            </a:r>
            <a:r>
              <a:rPr lang="en-US" dirty="0" err="1"/>
              <a:t>ta’sirlardan</a:t>
            </a:r>
            <a:r>
              <a:rPr lang="en-US" dirty="0"/>
              <a:t> </a:t>
            </a:r>
            <a:r>
              <a:rPr lang="en-US" dirty="0" err="1"/>
              <a:t>himoyalangan</a:t>
            </a:r>
            <a:r>
              <a:rPr lang="en-US" dirty="0"/>
              <a:t> </a:t>
            </a:r>
            <a:r>
              <a:rPr lang="en-US" dirty="0" err="1"/>
              <a:t>bo‘lishi</a:t>
            </a:r>
            <a:r>
              <a:rPr lang="en-US" dirty="0"/>
              <a:t> </a:t>
            </a:r>
            <a:r>
              <a:rPr lang="en-US" dirty="0" err="1"/>
              <a:t>kerak</a:t>
            </a:r>
            <a:r>
              <a:rPr lang="en-US" dirty="0"/>
              <a:t> (IP68 </a:t>
            </a:r>
            <a:r>
              <a:rPr lang="en-US" dirty="0" err="1"/>
              <a:t>yoki</a:t>
            </a:r>
            <a:r>
              <a:rPr lang="en-US" dirty="0"/>
              <a:t> IP55). </a:t>
            </a:r>
            <a:r>
              <a:rPr lang="en-US" dirty="0" err="1"/>
              <a:t>Mufta</a:t>
            </a:r>
            <a:r>
              <a:rPr lang="en-US" dirty="0"/>
              <a:t> </a:t>
            </a:r>
            <a:r>
              <a:rPr lang="en-US" dirty="0" err="1"/>
              <a:t>ichida</a:t>
            </a:r>
            <a:r>
              <a:rPr lang="en-US" dirty="0"/>
              <a:t> </a:t>
            </a:r>
            <a:r>
              <a:rPr lang="en-US" dirty="0" err="1"/>
              <a:t>splitterlar</a:t>
            </a:r>
            <a:r>
              <a:rPr lang="en-US" dirty="0"/>
              <a:t> </a:t>
            </a:r>
            <a:r>
              <a:rPr lang="en-US" dirty="0" err="1"/>
              <a:t>va</a:t>
            </a:r>
            <a:r>
              <a:rPr lang="en-US" dirty="0"/>
              <a:t> </a:t>
            </a:r>
            <a:r>
              <a:rPr lang="en-US" dirty="0" err="1"/>
              <a:t>adapterlar</a:t>
            </a:r>
            <a:r>
              <a:rPr lang="en-US" dirty="0"/>
              <a:t> </a:t>
            </a:r>
            <a:r>
              <a:rPr lang="en-US" dirty="0" err="1"/>
              <a:t>joylashadi</a:t>
            </a:r>
            <a:r>
              <a:rPr lang="en-US" dirty="0"/>
              <a:t> </a:t>
            </a:r>
            <a:r>
              <a:rPr lang="en-US" dirty="0" err="1"/>
              <a:t>va</a:t>
            </a:r>
            <a:r>
              <a:rPr lang="en-US" dirty="0"/>
              <a:t> u </a:t>
            </a:r>
            <a:r>
              <a:rPr lang="en-US" dirty="0" err="1"/>
              <a:t>turli</a:t>
            </a:r>
            <a:r>
              <a:rPr lang="en-US" dirty="0"/>
              <a:t> </a:t>
            </a:r>
            <a:r>
              <a:rPr lang="en-US" dirty="0" err="1"/>
              <a:t>ta’sirlarga</a:t>
            </a:r>
            <a:r>
              <a:rPr lang="en-US" dirty="0"/>
              <a:t> </a:t>
            </a:r>
            <a:r>
              <a:rPr lang="en-US" dirty="0" err="1"/>
              <a:t>chidamli</a:t>
            </a:r>
            <a:r>
              <a:rPr lang="en-US" dirty="0"/>
              <a:t> </a:t>
            </a:r>
            <a:r>
              <a:rPr lang="en-US" dirty="0" err="1"/>
              <a:t>bo‘lishi</a:t>
            </a:r>
            <a:r>
              <a:rPr lang="en-US" dirty="0"/>
              <a:t> </a:t>
            </a:r>
            <a:r>
              <a:rPr lang="en-US" dirty="0" err="1"/>
              <a:t>kerak</a:t>
            </a:r>
            <a:r>
              <a:rPr lang="en-US" dirty="0"/>
              <a:t>: </a:t>
            </a:r>
            <a:r>
              <a:rPr lang="en-US" dirty="0" err="1"/>
              <a:t>bosim</a:t>
            </a:r>
            <a:r>
              <a:rPr lang="en-US" dirty="0"/>
              <a:t>, </a:t>
            </a:r>
            <a:r>
              <a:rPr lang="en-US" dirty="0" err="1"/>
              <a:t>zarba</a:t>
            </a:r>
            <a:r>
              <a:rPr lang="en-US" dirty="0"/>
              <a:t>, </a:t>
            </a:r>
            <a:r>
              <a:rPr lang="en-US" dirty="0" err="1"/>
              <a:t>tortilish</a:t>
            </a:r>
            <a:r>
              <a:rPr lang="en-US" dirty="0"/>
              <a:t> </a:t>
            </a:r>
            <a:r>
              <a:rPr lang="en-US" dirty="0" err="1"/>
              <a:t>kuchi</a:t>
            </a:r>
            <a:r>
              <a:rPr lang="en-US" dirty="0"/>
              <a:t>, </a:t>
            </a:r>
            <a:r>
              <a:rPr lang="en-US" dirty="0" err="1"/>
              <a:t>burilish</a:t>
            </a:r>
            <a:r>
              <a:rPr lang="en-US" dirty="0"/>
              <a:t>, </a:t>
            </a:r>
            <a:r>
              <a:rPr lang="en-US" dirty="0" err="1"/>
              <a:t>harorat</a:t>
            </a:r>
            <a:r>
              <a:rPr lang="en-US" dirty="0"/>
              <a:t> </a:t>
            </a:r>
            <a:r>
              <a:rPr lang="en-US" dirty="0" err="1"/>
              <a:t>o‘zgarishi</a:t>
            </a:r>
            <a:r>
              <a:rPr lang="en-US" dirty="0"/>
              <a:t>, </a:t>
            </a:r>
            <a:r>
              <a:rPr lang="en-US" dirty="0" err="1"/>
              <a:t>yomg‘ir</a:t>
            </a:r>
            <a:r>
              <a:rPr lang="en-US" dirty="0"/>
              <a:t>, </a:t>
            </a:r>
            <a:r>
              <a:rPr lang="en-US" dirty="0" err="1"/>
              <a:t>quyosh</a:t>
            </a:r>
            <a:r>
              <a:rPr lang="en-US" dirty="0"/>
              <a:t> </a:t>
            </a:r>
            <a:r>
              <a:rPr lang="en-US" dirty="0" err="1"/>
              <a:t>nuri</a:t>
            </a:r>
            <a:r>
              <a:rPr lang="en-US" dirty="0"/>
              <a:t> </a:t>
            </a:r>
            <a:r>
              <a:rPr lang="en-US" dirty="0" err="1"/>
              <a:t>va</a:t>
            </a:r>
            <a:r>
              <a:rPr lang="en-US" dirty="0"/>
              <a:t> </a:t>
            </a:r>
            <a:r>
              <a:rPr lang="en-US" dirty="0" err="1"/>
              <a:t>muzlash</a:t>
            </a:r>
            <a:r>
              <a:rPr lang="en-US" dirty="0"/>
              <a:t> </a:t>
            </a:r>
            <a:r>
              <a:rPr lang="en-US" dirty="0" err="1"/>
              <a:t>kabi</a:t>
            </a:r>
            <a:r>
              <a:rPr lang="en-US" dirty="0"/>
              <a:t> </a:t>
            </a:r>
            <a:r>
              <a:rPr lang="en-US" dirty="0" err="1"/>
              <a:t>sharoitlarda</a:t>
            </a:r>
            <a:r>
              <a:rPr lang="en-US" dirty="0"/>
              <a:t> ham </a:t>
            </a:r>
            <a:r>
              <a:rPr lang="en-US" dirty="0" err="1"/>
              <a:t>ishlashi</a:t>
            </a:r>
            <a:r>
              <a:rPr lang="en-US" dirty="0"/>
              <a:t> </a:t>
            </a:r>
            <a:r>
              <a:rPr lang="en-US" dirty="0" err="1"/>
              <a:t>kerak</a:t>
            </a:r>
            <a:r>
              <a:rPr lang="en-US" dirty="0"/>
              <a:t>. </a:t>
            </a:r>
            <a:r>
              <a:rPr lang="en-US" dirty="0" err="1"/>
              <a:t>Mufta</a:t>
            </a:r>
            <a:r>
              <a:rPr lang="en-US" dirty="0"/>
              <a:t> </a:t>
            </a:r>
            <a:r>
              <a:rPr lang="en-US" dirty="0" err="1"/>
              <a:t>ixcham</a:t>
            </a:r>
            <a:r>
              <a:rPr lang="en-US" dirty="0"/>
              <a:t> </a:t>
            </a:r>
            <a:r>
              <a:rPr lang="en-US" dirty="0" err="1"/>
              <a:t>bo‘lishi</a:t>
            </a:r>
            <a:r>
              <a:rPr lang="en-US" dirty="0"/>
              <a:t>, </a:t>
            </a:r>
            <a:r>
              <a:rPr lang="en-US" dirty="0" err="1"/>
              <a:t>montaj</a:t>
            </a:r>
            <a:r>
              <a:rPr lang="en-US" dirty="0"/>
              <a:t> </a:t>
            </a:r>
            <a:r>
              <a:rPr lang="en-US" dirty="0" err="1"/>
              <a:t>qilish</a:t>
            </a:r>
            <a:r>
              <a:rPr lang="en-US" dirty="0"/>
              <a:t> </a:t>
            </a:r>
            <a:r>
              <a:rPr lang="en-US" dirty="0" err="1"/>
              <a:t>oson</a:t>
            </a:r>
            <a:r>
              <a:rPr lang="en-US" dirty="0"/>
              <a:t> </a:t>
            </a:r>
            <a:r>
              <a:rPr lang="en-US" dirty="0" err="1"/>
              <a:t>bo‘lishi</a:t>
            </a:r>
            <a:r>
              <a:rPr lang="en-US" dirty="0"/>
              <a:t> </a:t>
            </a:r>
            <a:r>
              <a:rPr lang="en-US" dirty="0" err="1"/>
              <a:t>va</a:t>
            </a:r>
            <a:r>
              <a:rPr lang="en-US" dirty="0"/>
              <a:t> </a:t>
            </a:r>
            <a:r>
              <a:rPr lang="en-US" dirty="0" err="1"/>
              <a:t>har</a:t>
            </a:r>
            <a:r>
              <a:rPr lang="en-US" dirty="0"/>
              <a:t> </a:t>
            </a:r>
            <a:r>
              <a:rPr lang="en-US" dirty="0" err="1"/>
              <a:t>xil</a:t>
            </a:r>
            <a:r>
              <a:rPr lang="en-US" dirty="0"/>
              <a:t> </a:t>
            </a:r>
            <a:r>
              <a:rPr lang="en-US" dirty="0" err="1"/>
              <a:t>turdagi</a:t>
            </a:r>
            <a:r>
              <a:rPr lang="en-US" dirty="0"/>
              <a:t> </a:t>
            </a:r>
            <a:r>
              <a:rPr lang="en-US" dirty="0" err="1"/>
              <a:t>optik</a:t>
            </a:r>
            <a:r>
              <a:rPr lang="en-US" dirty="0"/>
              <a:t> </a:t>
            </a:r>
            <a:r>
              <a:rPr lang="en-US" dirty="0" err="1"/>
              <a:t>kabellarga</a:t>
            </a:r>
            <a:r>
              <a:rPr lang="en-US" dirty="0"/>
              <a:t> </a:t>
            </a:r>
            <a:r>
              <a:rPr lang="en-US" dirty="0" err="1"/>
              <a:t>mos</a:t>
            </a:r>
            <a:r>
              <a:rPr lang="en-US" dirty="0"/>
              <a:t> </a:t>
            </a:r>
            <a:r>
              <a:rPr lang="en-US" dirty="0" err="1"/>
              <a:t>kelishi</a:t>
            </a:r>
            <a:r>
              <a:rPr lang="en-US" dirty="0"/>
              <a:t> </a:t>
            </a:r>
            <a:r>
              <a:rPr lang="en-US" dirty="0" err="1"/>
              <a:t>kerak</a:t>
            </a:r>
            <a:r>
              <a:rPr lang="en-US" dirty="0"/>
              <a:t>. Ichida </a:t>
            </a:r>
            <a:r>
              <a:rPr lang="en-US" dirty="0" err="1"/>
              <a:t>optik</a:t>
            </a:r>
            <a:r>
              <a:rPr lang="en-US" dirty="0"/>
              <a:t> </a:t>
            </a:r>
            <a:r>
              <a:rPr lang="en-US" dirty="0" err="1"/>
              <a:t>tolalar</a:t>
            </a:r>
            <a:r>
              <a:rPr lang="en-US" dirty="0"/>
              <a:t> </a:t>
            </a:r>
            <a:r>
              <a:rPr lang="en-US" dirty="0" err="1"/>
              <a:t>uchun</a:t>
            </a:r>
            <a:r>
              <a:rPr lang="en-US" dirty="0"/>
              <a:t> </a:t>
            </a:r>
            <a:r>
              <a:rPr lang="en-US" dirty="0" err="1"/>
              <a:t>zaxira</a:t>
            </a:r>
            <a:r>
              <a:rPr lang="en-US" dirty="0"/>
              <a:t> joy </a:t>
            </a:r>
            <a:r>
              <a:rPr lang="en-US" dirty="0" err="1"/>
              <a:t>va</a:t>
            </a:r>
            <a:r>
              <a:rPr lang="en-US" dirty="0"/>
              <a:t> </a:t>
            </a:r>
            <a:r>
              <a:rPr lang="en-US" dirty="0" err="1"/>
              <a:t>egilish</a:t>
            </a:r>
            <a:r>
              <a:rPr lang="en-US" dirty="0"/>
              <a:t> </a:t>
            </a:r>
            <a:r>
              <a:rPr lang="en-US" dirty="0" err="1"/>
              <a:t>radiusi</a:t>
            </a:r>
            <a:r>
              <a:rPr lang="en-US" dirty="0"/>
              <a:t> ham </a:t>
            </a:r>
            <a:r>
              <a:rPr lang="en-US" dirty="0" err="1"/>
              <a:t>ta’minlanadi</a:t>
            </a:r>
            <a:r>
              <a:rPr lang="en-US" dirty="0"/>
              <a:t>. Agar </a:t>
            </a:r>
            <a:r>
              <a:rPr lang="en-US" dirty="0" err="1"/>
              <a:t>zirhli</a:t>
            </a:r>
            <a:r>
              <a:rPr lang="en-US" dirty="0"/>
              <a:t> </a:t>
            </a:r>
            <a:r>
              <a:rPr lang="en-US" dirty="0" err="1"/>
              <a:t>kabel</a:t>
            </a:r>
            <a:r>
              <a:rPr lang="en-US" dirty="0"/>
              <a:t> </a:t>
            </a:r>
            <a:r>
              <a:rPr lang="en-US" dirty="0" err="1"/>
              <a:t>ulanadigan</a:t>
            </a:r>
            <a:r>
              <a:rPr lang="en-US" dirty="0"/>
              <a:t> </a:t>
            </a:r>
            <a:r>
              <a:rPr lang="en-US" dirty="0" err="1"/>
              <a:t>bo‘lsa</a:t>
            </a:r>
            <a:r>
              <a:rPr lang="en-US" dirty="0"/>
              <a:t>, </a:t>
            </a:r>
            <a:r>
              <a:rPr lang="en-US" dirty="0" err="1"/>
              <a:t>muftada</a:t>
            </a:r>
            <a:r>
              <a:rPr lang="en-US" dirty="0"/>
              <a:t> </a:t>
            </a:r>
            <a:r>
              <a:rPr lang="en-US" dirty="0" err="1"/>
              <a:t>yerga</a:t>
            </a:r>
            <a:r>
              <a:rPr lang="en-US" dirty="0"/>
              <a:t> </a:t>
            </a:r>
            <a:r>
              <a:rPr lang="en-US" dirty="0" err="1"/>
              <a:t>ulash</a:t>
            </a:r>
            <a:r>
              <a:rPr lang="en-US" dirty="0"/>
              <a:t> </a:t>
            </a:r>
            <a:r>
              <a:rPr lang="en-US" dirty="0" err="1"/>
              <a:t>elementlari</a:t>
            </a:r>
            <a:r>
              <a:rPr lang="en-US" dirty="0"/>
              <a:t> </a:t>
            </a:r>
            <a:r>
              <a:rPr lang="en-US" dirty="0" err="1"/>
              <a:t>bo‘lishi</a:t>
            </a:r>
            <a:r>
              <a:rPr lang="en-US" dirty="0"/>
              <a:t> </a:t>
            </a:r>
            <a:r>
              <a:rPr lang="en-US" dirty="0" err="1"/>
              <a:t>kerak</a:t>
            </a:r>
            <a:r>
              <a:rPr lang="en-US" dirty="0"/>
              <a:t>. </a:t>
            </a:r>
            <a:r>
              <a:rPr lang="en-US" dirty="0" err="1"/>
              <a:t>Suv</a:t>
            </a:r>
            <a:r>
              <a:rPr lang="en-US" dirty="0"/>
              <a:t> </a:t>
            </a:r>
            <a:r>
              <a:rPr lang="en-US" dirty="0" err="1"/>
              <a:t>bosadigan</a:t>
            </a:r>
            <a:r>
              <a:rPr lang="en-US" dirty="0"/>
              <a:t> </a:t>
            </a:r>
            <a:r>
              <a:rPr lang="en-US" dirty="0" err="1"/>
              <a:t>joylarda</a:t>
            </a:r>
            <a:r>
              <a:rPr lang="en-US" dirty="0"/>
              <a:t> </a:t>
            </a:r>
            <a:r>
              <a:rPr lang="en-US" dirty="0" err="1"/>
              <a:t>o‘rnatiladigan</a:t>
            </a:r>
            <a:r>
              <a:rPr lang="en-US" dirty="0"/>
              <a:t> </a:t>
            </a:r>
            <a:r>
              <a:rPr lang="en-US" dirty="0" err="1"/>
              <a:t>muftalarda</a:t>
            </a:r>
            <a:r>
              <a:rPr lang="en-US" dirty="0"/>
              <a:t> </a:t>
            </a:r>
            <a:r>
              <a:rPr lang="en-US" dirty="0" err="1"/>
              <a:t>ichidagi</a:t>
            </a:r>
            <a:r>
              <a:rPr lang="en-US" dirty="0"/>
              <a:t> </a:t>
            </a:r>
            <a:r>
              <a:rPr lang="en-US" dirty="0" err="1"/>
              <a:t>havoni</a:t>
            </a:r>
            <a:r>
              <a:rPr lang="en-US" dirty="0"/>
              <a:t> </a:t>
            </a:r>
            <a:r>
              <a:rPr lang="en-US" dirty="0" err="1"/>
              <a:t>nazorat</a:t>
            </a:r>
            <a:r>
              <a:rPr lang="en-US" dirty="0"/>
              <a:t> </a:t>
            </a:r>
            <a:r>
              <a:rPr lang="en-US" dirty="0" err="1"/>
              <a:t>qilish</a:t>
            </a:r>
            <a:r>
              <a:rPr lang="en-US" dirty="0"/>
              <a:t> </a:t>
            </a:r>
            <a:r>
              <a:rPr lang="en-US" dirty="0" err="1"/>
              <a:t>uchun</a:t>
            </a:r>
            <a:r>
              <a:rPr lang="en-US" dirty="0"/>
              <a:t> </a:t>
            </a:r>
            <a:r>
              <a:rPr lang="en-US" dirty="0" err="1"/>
              <a:t>maxsus</a:t>
            </a:r>
            <a:r>
              <a:rPr lang="en-US" dirty="0"/>
              <a:t> </a:t>
            </a:r>
            <a:r>
              <a:rPr lang="en-US" dirty="0" err="1"/>
              <a:t>klapan</a:t>
            </a:r>
            <a:r>
              <a:rPr lang="en-US" dirty="0"/>
              <a:t> </a:t>
            </a:r>
            <a:r>
              <a:rPr lang="en-US" dirty="0" err="1"/>
              <a:t>bo‘ladi</a:t>
            </a:r>
            <a:r>
              <a:rPr lang="en-US" dirty="0"/>
              <a:t>. </a:t>
            </a:r>
            <a:r>
              <a:rPr lang="en-US" dirty="0" err="1"/>
              <a:t>Ustunlarga</a:t>
            </a:r>
            <a:r>
              <a:rPr lang="en-US" dirty="0"/>
              <a:t> </a:t>
            </a:r>
            <a:r>
              <a:rPr lang="en-US" dirty="0" err="1"/>
              <a:t>o‘rnatiladigan</a:t>
            </a:r>
            <a:r>
              <a:rPr lang="en-US" dirty="0"/>
              <a:t> </a:t>
            </a:r>
            <a:r>
              <a:rPr lang="en-US" dirty="0" err="1"/>
              <a:t>muftalar</a:t>
            </a:r>
            <a:r>
              <a:rPr lang="en-US" dirty="0"/>
              <a:t> </a:t>
            </a:r>
            <a:r>
              <a:rPr lang="en-US" dirty="0" err="1"/>
              <a:t>esa</a:t>
            </a:r>
            <a:r>
              <a:rPr lang="en-US" dirty="0"/>
              <a:t> </a:t>
            </a:r>
            <a:r>
              <a:rPr lang="en-US" dirty="0" err="1"/>
              <a:t>ruxsatsiz</a:t>
            </a:r>
            <a:r>
              <a:rPr lang="en-US" dirty="0"/>
              <a:t> </a:t>
            </a:r>
            <a:r>
              <a:rPr lang="en-US" dirty="0" err="1"/>
              <a:t>ochilishdan</a:t>
            </a:r>
            <a:r>
              <a:rPr lang="en-US" dirty="0"/>
              <a:t> </a:t>
            </a:r>
            <a:r>
              <a:rPr lang="en-US" dirty="0" err="1"/>
              <a:t>himoyalangan</a:t>
            </a:r>
            <a:r>
              <a:rPr lang="en-US" dirty="0"/>
              <a:t> </a:t>
            </a:r>
            <a:r>
              <a:rPr lang="en-US" dirty="0" err="1"/>
              <a:t>bo‘lishi</a:t>
            </a:r>
            <a:r>
              <a:rPr lang="en-US" dirty="0"/>
              <a:t> </a:t>
            </a:r>
            <a:r>
              <a:rPr lang="en-US" dirty="0" err="1"/>
              <a:t>va</a:t>
            </a:r>
            <a:r>
              <a:rPr lang="en-US" dirty="0"/>
              <a:t> </a:t>
            </a:r>
            <a:r>
              <a:rPr lang="en-US" dirty="0" err="1"/>
              <a:t>quyoshning</a:t>
            </a:r>
            <a:r>
              <a:rPr lang="en-US" dirty="0"/>
              <a:t> </a:t>
            </a:r>
            <a:r>
              <a:rPr lang="en-US" dirty="0" err="1"/>
              <a:t>ultrabinafsha</a:t>
            </a:r>
            <a:r>
              <a:rPr lang="en-US" dirty="0"/>
              <a:t> </a:t>
            </a:r>
            <a:r>
              <a:rPr lang="en-US" dirty="0" err="1"/>
              <a:t>nurlaridan</a:t>
            </a:r>
            <a:r>
              <a:rPr lang="en-US" dirty="0"/>
              <a:t> </a:t>
            </a:r>
            <a:r>
              <a:rPr lang="en-US" dirty="0" err="1"/>
              <a:t>himoya</a:t>
            </a:r>
            <a:r>
              <a:rPr lang="en-US" dirty="0"/>
              <a:t> </a:t>
            </a:r>
            <a:r>
              <a:rPr lang="en-US" dirty="0" err="1"/>
              <a:t>qiluvchi</a:t>
            </a:r>
            <a:r>
              <a:rPr lang="en-US" dirty="0"/>
              <a:t> </a:t>
            </a:r>
            <a:r>
              <a:rPr lang="en-US" dirty="0" err="1"/>
              <a:t>maxsus</a:t>
            </a:r>
            <a:r>
              <a:rPr lang="en-US" dirty="0"/>
              <a:t> </a:t>
            </a:r>
            <a:r>
              <a:rPr lang="en-US" dirty="0" err="1"/>
              <a:t>qoplama</a:t>
            </a:r>
            <a:r>
              <a:rPr lang="en-US" dirty="0"/>
              <a:t> </a:t>
            </a:r>
            <a:r>
              <a:rPr lang="en-US" dirty="0" err="1"/>
              <a:t>bilan</a:t>
            </a:r>
            <a:r>
              <a:rPr lang="en-US" dirty="0"/>
              <a:t> </a:t>
            </a:r>
            <a:r>
              <a:rPr lang="en-US" dirty="0" err="1"/>
              <a:t>ta’minlangan</a:t>
            </a:r>
            <a:r>
              <a:rPr lang="en-US" dirty="0"/>
              <a:t> </a:t>
            </a:r>
            <a:r>
              <a:rPr lang="en-US" dirty="0" err="1"/>
              <a:t>bo‘lishi</a:t>
            </a:r>
            <a:r>
              <a:rPr lang="en-US" dirty="0"/>
              <a:t> </a:t>
            </a:r>
            <a:r>
              <a:rPr lang="en-US" dirty="0" err="1"/>
              <a:t>kerak</a:t>
            </a:r>
            <a:r>
              <a:rPr lang="en-US" dirty="0"/>
              <a:t>.</a:t>
            </a:r>
            <a:endParaRPr lang="ru-RU" dirty="0"/>
          </a:p>
        </p:txBody>
      </p:sp>
      <p:pic>
        <p:nvPicPr>
          <p:cNvPr id="4" name="Объект 4">
            <a:extLst>
              <a:ext uri="{FF2B5EF4-FFF2-40B4-BE49-F238E27FC236}">
                <a16:creationId xmlns:a16="http://schemas.microsoft.com/office/drawing/2014/main" id="{005C7FDA-9FAC-457D-B835-47C7B4ACD8C0}"/>
              </a:ext>
            </a:extLst>
          </p:cNvPr>
          <p:cNvPicPr>
            <a:picLocks noChangeAspect="1"/>
          </p:cNvPicPr>
          <p:nvPr/>
        </p:nvPicPr>
        <p:blipFill>
          <a:blip r:embed="rId2"/>
          <a:stretch>
            <a:fillRect/>
          </a:stretch>
        </p:blipFill>
        <p:spPr>
          <a:xfrm>
            <a:off x="1828799" y="301411"/>
            <a:ext cx="5217973" cy="2254010"/>
          </a:xfrm>
          <a:prstGeom prst="rect">
            <a:avLst/>
          </a:prstGeom>
        </p:spPr>
      </p:pic>
    </p:spTree>
    <p:extLst>
      <p:ext uri="{BB962C8B-B14F-4D97-AF65-F5344CB8AC3E}">
        <p14:creationId xmlns:p14="http://schemas.microsoft.com/office/powerpoint/2010/main" val="3527691651"/>
      </p:ext>
    </p:extLst>
  </p:cSld>
  <p:clrMapOvr>
    <a:masterClrMapping/>
  </p:clrMapOvr>
</p:sld>
</file>

<file path=ppt/theme/theme1.xml><?xml version="1.0" encoding="utf-8"?>
<a:theme xmlns:a="http://schemas.openxmlformats.org/drawingml/2006/main" name="Аспект">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1164</TotalTime>
  <Words>1909</Words>
  <Application>Microsoft Office PowerPoint</Application>
  <PresentationFormat>Широкоэкранный</PresentationFormat>
  <Paragraphs>24</Paragraphs>
  <Slides>17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17</vt:i4>
      </vt:variant>
    </vt:vector>
  </HeadingPairs>
  <TitlesOfParts>
    <vt:vector size="21" baseType="lpstr">
      <vt:lpstr>Arial</vt:lpstr>
      <vt:lpstr>Trebuchet MS</vt:lpstr>
      <vt:lpstr>Wingdings 3</vt:lpstr>
      <vt:lpstr>Аспект</vt:lpstr>
      <vt:lpstr>Мавзу: ПАССИВ ОПТИК КОМПОНЕНТЛАРНИ ЖОЙЛАШТИРИШ ПРИНЦИПИНИ ТАНЛАШ ВА АНИҚЛАШ</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Мавзу: ПАССИВ ОПТИК КОМПОНЕНТЛАРНИ ЖОЙЛАШТИРИШ ПРИНЦИПИНИ ТАНЛАШ ВА АНИҚЛАШ</dc:title>
  <dc:creator>Пользователь</dc:creator>
  <cp:lastModifiedBy>Пользователь</cp:lastModifiedBy>
  <cp:revision>10</cp:revision>
  <dcterms:created xsi:type="dcterms:W3CDTF">2026-03-12T09:47:22Z</dcterms:created>
  <dcterms:modified xsi:type="dcterms:W3CDTF">2026-03-13T06:21:42Z</dcterms:modified>
</cp:coreProperties>
</file>